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62" r:id="rId2"/>
    <p:sldId id="281" r:id="rId3"/>
    <p:sldId id="257" r:id="rId4"/>
    <p:sldId id="258" r:id="rId5"/>
    <p:sldId id="282" r:id="rId6"/>
    <p:sldId id="274" r:id="rId7"/>
    <p:sldId id="261" r:id="rId8"/>
    <p:sldId id="275" r:id="rId9"/>
    <p:sldId id="283" r:id="rId10"/>
    <p:sldId id="284" r:id="rId11"/>
    <p:sldId id="285" r:id="rId12"/>
    <p:sldId id="286" r:id="rId13"/>
    <p:sldId id="287" r:id="rId14"/>
    <p:sldId id="292" r:id="rId15"/>
    <p:sldId id="276" r:id="rId16"/>
    <p:sldId id="290" r:id="rId17"/>
    <p:sldId id="291" r:id="rId18"/>
    <p:sldId id="264" r:id="rId19"/>
    <p:sldId id="288" r:id="rId20"/>
    <p:sldId id="289" r:id="rId21"/>
    <p:sldId id="277" r:id="rId22"/>
    <p:sldId id="271" r:id="rId23"/>
    <p:sldId id="272"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D6E209-0A4D-47A8-B211-7BBA47BA2594}" v="168" dt="2026-05-06T04:08:57.23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83" d="100"/>
          <a:sy n="83" d="100"/>
        </p:scale>
        <p:origin x="686"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ndumathi Y" userId="cc3afcd586a53142" providerId="LiveId" clId="{CE462C76-627B-4CF1-A75E-965B316BBBA9}"/>
    <pc:docChg chg="undo redo custSel addSld delSld modSld sldOrd">
      <pc:chgData name="indumathi Y" userId="cc3afcd586a53142" providerId="LiveId" clId="{CE462C76-627B-4CF1-A75E-965B316BBBA9}" dt="2026-05-06T04:13:04.329" v="1966" actId="14100"/>
      <pc:docMkLst>
        <pc:docMk/>
      </pc:docMkLst>
      <pc:sldChg chg="modSp mod ord">
        <pc:chgData name="indumathi Y" userId="cc3afcd586a53142" providerId="LiveId" clId="{CE462C76-627B-4CF1-A75E-965B316BBBA9}" dt="2026-05-05T09:52:36.631" v="799"/>
        <pc:sldMkLst>
          <pc:docMk/>
          <pc:sldMk cId="4085027302" sldId="257"/>
        </pc:sldMkLst>
        <pc:spChg chg="mod">
          <ac:chgData name="indumathi Y" userId="cc3afcd586a53142" providerId="LiveId" clId="{CE462C76-627B-4CF1-A75E-965B316BBBA9}" dt="2026-05-05T08:13:07.545" v="508" actId="1076"/>
          <ac:spMkLst>
            <pc:docMk/>
            <pc:sldMk cId="4085027302" sldId="257"/>
            <ac:spMk id="2" creationId="{00000000-0000-0000-0000-000000000000}"/>
          </ac:spMkLst>
        </pc:spChg>
      </pc:sldChg>
      <pc:sldChg chg="addSp delSp modSp mod">
        <pc:chgData name="indumathi Y" userId="cc3afcd586a53142" providerId="LiveId" clId="{CE462C76-627B-4CF1-A75E-965B316BBBA9}" dt="2026-05-05T07:29:56.081" v="328" actId="14100"/>
        <pc:sldMkLst>
          <pc:docMk/>
          <pc:sldMk cId="590050013" sldId="258"/>
        </pc:sldMkLst>
        <pc:spChg chg="mod">
          <ac:chgData name="indumathi Y" userId="cc3afcd586a53142" providerId="LiveId" clId="{CE462C76-627B-4CF1-A75E-965B316BBBA9}" dt="2026-05-05T07:29:56.081" v="328" actId="14100"/>
          <ac:spMkLst>
            <pc:docMk/>
            <pc:sldMk cId="590050013" sldId="258"/>
            <ac:spMk id="2" creationId="{00000000-0000-0000-0000-000000000000}"/>
          </ac:spMkLst>
        </pc:spChg>
        <pc:spChg chg="add del mod">
          <ac:chgData name="indumathi Y" userId="cc3afcd586a53142" providerId="LiveId" clId="{CE462C76-627B-4CF1-A75E-965B316BBBA9}" dt="2026-05-05T07:22:09.696" v="277" actId="478"/>
          <ac:spMkLst>
            <pc:docMk/>
            <pc:sldMk cId="590050013" sldId="258"/>
            <ac:spMk id="3" creationId="{012C7F42-FECE-2764-1604-7991E4FD015B}"/>
          </ac:spMkLst>
        </pc:spChg>
        <pc:spChg chg="mod">
          <ac:chgData name="indumathi Y" userId="cc3afcd586a53142" providerId="LiveId" clId="{CE462C76-627B-4CF1-A75E-965B316BBBA9}" dt="2026-05-05T06:51:39.720" v="45" actId="1076"/>
          <ac:spMkLst>
            <pc:docMk/>
            <pc:sldMk cId="590050013" sldId="258"/>
            <ac:spMk id="4" creationId="{0BD62904-3F84-D6C1-8DC5-98E1E1FC1ACC}"/>
          </ac:spMkLst>
        </pc:spChg>
        <pc:spChg chg="add del mod">
          <ac:chgData name="indumathi Y" userId="cc3afcd586a53142" providerId="LiveId" clId="{CE462C76-627B-4CF1-A75E-965B316BBBA9}" dt="2026-05-05T07:23:07.202" v="286"/>
          <ac:spMkLst>
            <pc:docMk/>
            <pc:sldMk cId="590050013" sldId="258"/>
            <ac:spMk id="6" creationId="{37E7A634-13B3-8EBD-4529-EFFE9D6179C9}"/>
          </ac:spMkLst>
        </pc:spChg>
        <pc:spChg chg="del mod">
          <ac:chgData name="indumathi Y" userId="cc3afcd586a53142" providerId="LiveId" clId="{CE462C76-627B-4CF1-A75E-965B316BBBA9}" dt="2026-05-05T07:09:52.861" v="52" actId="478"/>
          <ac:spMkLst>
            <pc:docMk/>
            <pc:sldMk cId="590050013" sldId="258"/>
            <ac:spMk id="7" creationId="{7AFAED59-49CF-DF49-A0B5-32811AA0FD25}"/>
          </ac:spMkLst>
        </pc:spChg>
        <pc:spChg chg="add mod">
          <ac:chgData name="indumathi Y" userId="cc3afcd586a53142" providerId="LiveId" clId="{CE462C76-627B-4CF1-A75E-965B316BBBA9}" dt="2026-05-05T07:23:46.661" v="303" actId="1076"/>
          <ac:spMkLst>
            <pc:docMk/>
            <pc:sldMk cId="590050013" sldId="258"/>
            <ac:spMk id="8" creationId="{CF700150-9417-346B-E34F-C6FB77B0BF13}"/>
          </ac:spMkLst>
        </pc:spChg>
      </pc:sldChg>
      <pc:sldChg chg="modSp mod">
        <pc:chgData name="indumathi Y" userId="cc3afcd586a53142" providerId="LiveId" clId="{CE462C76-627B-4CF1-A75E-965B316BBBA9}" dt="2026-05-05T07:34:16.790" v="343" actId="20577"/>
        <pc:sldMkLst>
          <pc:docMk/>
          <pc:sldMk cId="1834963711" sldId="261"/>
        </pc:sldMkLst>
        <pc:spChg chg="mod">
          <ac:chgData name="indumathi Y" userId="cc3afcd586a53142" providerId="LiveId" clId="{CE462C76-627B-4CF1-A75E-965B316BBBA9}" dt="2026-05-05T07:30:03.520" v="329" actId="1076"/>
          <ac:spMkLst>
            <pc:docMk/>
            <pc:sldMk cId="1834963711" sldId="261"/>
            <ac:spMk id="2" creationId="{00000000-0000-0000-0000-000000000000}"/>
          </ac:spMkLst>
        </pc:spChg>
        <pc:spChg chg="mod">
          <ac:chgData name="indumathi Y" userId="cc3afcd586a53142" providerId="LiveId" clId="{CE462C76-627B-4CF1-A75E-965B316BBBA9}" dt="2026-05-05T07:34:16.790" v="343" actId="20577"/>
          <ac:spMkLst>
            <pc:docMk/>
            <pc:sldMk cId="1834963711" sldId="261"/>
            <ac:spMk id="3" creationId="{00000000-0000-0000-0000-000000000000}"/>
          </ac:spMkLst>
        </pc:spChg>
      </pc:sldChg>
      <pc:sldChg chg="modSp mod">
        <pc:chgData name="indumathi Y" userId="cc3afcd586a53142" providerId="LiveId" clId="{CE462C76-627B-4CF1-A75E-965B316BBBA9}" dt="2026-05-05T07:17:45.226" v="267" actId="20577"/>
        <pc:sldMkLst>
          <pc:docMk/>
          <pc:sldMk cId="2610824105" sldId="262"/>
        </pc:sldMkLst>
        <pc:spChg chg="mod">
          <ac:chgData name="indumathi Y" userId="cc3afcd586a53142" providerId="LiveId" clId="{CE462C76-627B-4CF1-A75E-965B316BBBA9}" dt="2026-05-05T07:17:45.226" v="267" actId="20577"/>
          <ac:spMkLst>
            <pc:docMk/>
            <pc:sldMk cId="2610824105" sldId="262"/>
            <ac:spMk id="2" creationId="{00000000-0000-0000-0000-000000000000}"/>
          </ac:spMkLst>
        </pc:spChg>
        <pc:spChg chg="mod">
          <ac:chgData name="indumathi Y" userId="cc3afcd586a53142" providerId="LiveId" clId="{CE462C76-627B-4CF1-A75E-965B316BBBA9}" dt="2026-05-05T07:17:30.463" v="259" actId="20577"/>
          <ac:spMkLst>
            <pc:docMk/>
            <pc:sldMk cId="2610824105" sldId="262"/>
            <ac:spMk id="3" creationId="{00000000-0000-0000-0000-000000000000}"/>
          </ac:spMkLst>
        </pc:spChg>
      </pc:sldChg>
      <pc:sldChg chg="modSp mod">
        <pc:chgData name="indumathi Y" userId="cc3afcd586a53142" providerId="LiveId" clId="{CE462C76-627B-4CF1-A75E-965B316BBBA9}" dt="2026-05-05T10:01:40.351" v="889" actId="20577"/>
        <pc:sldMkLst>
          <pc:docMk/>
          <pc:sldMk cId="3947478657" sldId="264"/>
        </pc:sldMkLst>
        <pc:spChg chg="mod">
          <ac:chgData name="indumathi Y" userId="cc3afcd586a53142" providerId="LiveId" clId="{CE462C76-627B-4CF1-A75E-965B316BBBA9}" dt="2026-05-05T10:01:40.351" v="889" actId="20577"/>
          <ac:spMkLst>
            <pc:docMk/>
            <pc:sldMk cId="3947478657" sldId="264"/>
            <ac:spMk id="2" creationId="{00000000-0000-0000-0000-000000000000}"/>
          </ac:spMkLst>
        </pc:spChg>
        <pc:spChg chg="mod">
          <ac:chgData name="indumathi Y" userId="cc3afcd586a53142" providerId="LiveId" clId="{CE462C76-627B-4CF1-A75E-965B316BBBA9}" dt="2026-05-05T10:01:25.851" v="887" actId="255"/>
          <ac:spMkLst>
            <pc:docMk/>
            <pc:sldMk cId="3947478657" sldId="264"/>
            <ac:spMk id="3" creationId="{00000000-0000-0000-0000-000000000000}"/>
          </ac:spMkLst>
        </pc:spChg>
        <pc:spChg chg="mod">
          <ac:chgData name="indumathi Y" userId="cc3afcd586a53142" providerId="LiveId" clId="{CE462C76-627B-4CF1-A75E-965B316BBBA9}" dt="2026-05-05T09:54:55.424" v="811" actId="1076"/>
          <ac:spMkLst>
            <pc:docMk/>
            <pc:sldMk cId="3947478657" sldId="264"/>
            <ac:spMk id="4" creationId="{B6975BC5-4FC6-4EFD-14D1-650EE21AD42A}"/>
          </ac:spMkLst>
        </pc:spChg>
      </pc:sldChg>
      <pc:sldChg chg="del">
        <pc:chgData name="indumathi Y" userId="cc3afcd586a53142" providerId="LiveId" clId="{CE462C76-627B-4CF1-A75E-965B316BBBA9}" dt="2026-05-05T09:51:25.016" v="797" actId="47"/>
        <pc:sldMkLst>
          <pc:docMk/>
          <pc:sldMk cId="4243993533" sldId="266"/>
        </pc:sldMkLst>
      </pc:sldChg>
      <pc:sldChg chg="modSp mod">
        <pc:chgData name="indumathi Y" userId="cc3afcd586a53142" providerId="LiveId" clId="{CE462C76-627B-4CF1-A75E-965B316BBBA9}" dt="2026-05-05T10:10:04.758" v="937" actId="2711"/>
        <pc:sldMkLst>
          <pc:docMk/>
          <pc:sldMk cId="1610067606" sldId="271"/>
        </pc:sldMkLst>
        <pc:spChg chg="mod">
          <ac:chgData name="indumathi Y" userId="cc3afcd586a53142" providerId="LiveId" clId="{CE462C76-627B-4CF1-A75E-965B316BBBA9}" dt="2026-05-05T10:10:04.758" v="937" actId="2711"/>
          <ac:spMkLst>
            <pc:docMk/>
            <pc:sldMk cId="1610067606" sldId="271"/>
            <ac:spMk id="3" creationId="{41C8E1E6-DC6A-98EA-AC77-AC44ECCC9501}"/>
          </ac:spMkLst>
        </pc:spChg>
      </pc:sldChg>
      <pc:sldChg chg="modSp mod ord">
        <pc:chgData name="indumathi Y" userId="cc3afcd586a53142" providerId="LiveId" clId="{CE462C76-627B-4CF1-A75E-965B316BBBA9}" dt="2026-05-05T09:53:08.241" v="803"/>
        <pc:sldMkLst>
          <pc:docMk/>
          <pc:sldMk cId="1137691843" sldId="274"/>
        </pc:sldMkLst>
        <pc:spChg chg="mod">
          <ac:chgData name="indumathi Y" userId="cc3afcd586a53142" providerId="LiveId" clId="{CE462C76-627B-4CF1-A75E-965B316BBBA9}" dt="2026-05-05T08:13:01.460" v="507" actId="14100"/>
          <ac:spMkLst>
            <pc:docMk/>
            <pc:sldMk cId="1137691843" sldId="274"/>
            <ac:spMk id="2" creationId="{D4747B12-C6B8-F573-73A8-DF5AB8372839}"/>
          </ac:spMkLst>
        </pc:spChg>
        <pc:spChg chg="mod">
          <ac:chgData name="indumathi Y" userId="cc3afcd586a53142" providerId="LiveId" clId="{CE462C76-627B-4CF1-A75E-965B316BBBA9}" dt="2026-05-05T08:12:54.260" v="506" actId="1076"/>
          <ac:spMkLst>
            <pc:docMk/>
            <pc:sldMk cId="1137691843" sldId="274"/>
            <ac:spMk id="4" creationId="{FAEE3EE9-54A1-0A61-2617-03174B0B18F6}"/>
          </ac:spMkLst>
        </pc:spChg>
        <pc:spChg chg="mod">
          <ac:chgData name="indumathi Y" userId="cc3afcd586a53142" providerId="LiveId" clId="{CE462C76-627B-4CF1-A75E-965B316BBBA9}" dt="2026-05-05T07:50:18.255" v="489" actId="5793"/>
          <ac:spMkLst>
            <pc:docMk/>
            <pc:sldMk cId="1137691843" sldId="274"/>
            <ac:spMk id="6" creationId="{B697D7C4-199C-2164-2DDD-C8EA72DB38BB}"/>
          </ac:spMkLst>
        </pc:spChg>
      </pc:sldChg>
      <pc:sldChg chg="modSp mod">
        <pc:chgData name="indumathi Y" userId="cc3afcd586a53142" providerId="LiveId" clId="{CE462C76-627B-4CF1-A75E-965B316BBBA9}" dt="2026-05-06T03:46:45.978" v="1869" actId="113"/>
        <pc:sldMkLst>
          <pc:docMk/>
          <pc:sldMk cId="2826864645" sldId="275"/>
        </pc:sldMkLst>
        <pc:spChg chg="mod">
          <ac:chgData name="indumathi Y" userId="cc3afcd586a53142" providerId="LiveId" clId="{CE462C76-627B-4CF1-A75E-965B316BBBA9}" dt="2026-05-06T03:46:45.978" v="1869" actId="113"/>
          <ac:spMkLst>
            <pc:docMk/>
            <pc:sldMk cId="2826864645" sldId="275"/>
            <ac:spMk id="2" creationId="{FC6C2FB5-3AB6-128D-F693-753924835C25}"/>
          </ac:spMkLst>
        </pc:spChg>
        <pc:spChg chg="mod">
          <ac:chgData name="indumathi Y" userId="cc3afcd586a53142" providerId="LiveId" clId="{CE462C76-627B-4CF1-A75E-965B316BBBA9}" dt="2026-05-05T08:17:20.607" v="529" actId="2711"/>
          <ac:spMkLst>
            <pc:docMk/>
            <pc:sldMk cId="2826864645" sldId="275"/>
            <ac:spMk id="3" creationId="{AE550BFC-DC5C-59E0-426F-0D287E43E7D1}"/>
          </ac:spMkLst>
        </pc:spChg>
        <pc:spChg chg="mod">
          <ac:chgData name="indumathi Y" userId="cc3afcd586a53142" providerId="LiveId" clId="{CE462C76-627B-4CF1-A75E-965B316BBBA9}" dt="2026-05-05T09:30:57.285" v="760" actId="1076"/>
          <ac:spMkLst>
            <pc:docMk/>
            <pc:sldMk cId="2826864645" sldId="275"/>
            <ac:spMk id="4" creationId="{C161C747-51FA-291A-0F67-060AC43FCACF}"/>
          </ac:spMkLst>
        </pc:spChg>
        <pc:picChg chg="mod">
          <ac:chgData name="indumathi Y" userId="cc3afcd586a53142" providerId="LiveId" clId="{CE462C76-627B-4CF1-A75E-965B316BBBA9}" dt="2026-05-05T09:31:02.534" v="761" actId="1076"/>
          <ac:picMkLst>
            <pc:docMk/>
            <pc:sldMk cId="2826864645" sldId="275"/>
            <ac:picMk id="5" creationId="{B3C4F63B-C9B9-5220-F01A-2D1076686FC4}"/>
          </ac:picMkLst>
        </pc:picChg>
      </pc:sldChg>
      <pc:sldChg chg="addSp delSp modSp mod">
        <pc:chgData name="indumathi Y" userId="cc3afcd586a53142" providerId="LiveId" clId="{CE462C76-627B-4CF1-A75E-965B316BBBA9}" dt="2026-05-05T09:51:14.253" v="796" actId="1076"/>
        <pc:sldMkLst>
          <pc:docMk/>
          <pc:sldMk cId="975653892" sldId="276"/>
        </pc:sldMkLst>
        <pc:spChg chg="mod">
          <ac:chgData name="indumathi Y" userId="cc3afcd586a53142" providerId="LiveId" clId="{CE462C76-627B-4CF1-A75E-965B316BBBA9}" dt="2026-05-05T09:51:10.001" v="795" actId="14100"/>
          <ac:spMkLst>
            <pc:docMk/>
            <pc:sldMk cId="975653892" sldId="276"/>
            <ac:spMk id="2" creationId="{8FA255D0-BF26-E842-B59F-7AF719378D8C}"/>
          </ac:spMkLst>
        </pc:spChg>
        <pc:spChg chg="mod">
          <ac:chgData name="indumathi Y" userId="cc3afcd586a53142" providerId="LiveId" clId="{CE462C76-627B-4CF1-A75E-965B316BBBA9}" dt="2026-05-05T09:51:03.409" v="794" actId="1076"/>
          <ac:spMkLst>
            <pc:docMk/>
            <pc:sldMk cId="975653892" sldId="276"/>
            <ac:spMk id="4" creationId="{13C88194-EA67-8633-21CF-61E0A54CCB2C}"/>
          </ac:spMkLst>
        </pc:spChg>
        <pc:spChg chg="add del mod">
          <ac:chgData name="indumathi Y" userId="cc3afcd586a53142" providerId="LiveId" clId="{CE462C76-627B-4CF1-A75E-965B316BBBA9}" dt="2026-05-05T09:50:09.093" v="785" actId="478"/>
          <ac:spMkLst>
            <pc:docMk/>
            <pc:sldMk cId="975653892" sldId="276"/>
            <ac:spMk id="7" creationId="{EFBDA3E8-A475-0AFB-9E8E-4CE8CED24003}"/>
          </ac:spMkLst>
        </pc:spChg>
        <pc:picChg chg="mod">
          <ac:chgData name="indumathi Y" userId="cc3afcd586a53142" providerId="LiveId" clId="{CE462C76-627B-4CF1-A75E-965B316BBBA9}" dt="2026-05-05T09:51:14.253" v="796" actId="1076"/>
          <ac:picMkLst>
            <pc:docMk/>
            <pc:sldMk cId="975653892" sldId="276"/>
            <ac:picMk id="5" creationId="{2EE216CA-7417-8441-9268-B8EE48673C02}"/>
          </ac:picMkLst>
        </pc:picChg>
        <pc:picChg chg="add mod">
          <ac:chgData name="indumathi Y" userId="cc3afcd586a53142" providerId="LiveId" clId="{CE462C76-627B-4CF1-A75E-965B316BBBA9}" dt="2026-05-05T09:50:43.118" v="792" actId="14100"/>
          <ac:picMkLst>
            <pc:docMk/>
            <pc:sldMk cId="975653892" sldId="276"/>
            <ac:picMk id="6" creationId="{319FF800-8023-802D-90AD-40868F808D09}"/>
          </ac:picMkLst>
        </pc:picChg>
        <pc:picChg chg="del">
          <ac:chgData name="indumathi Y" userId="cc3afcd586a53142" providerId="LiveId" clId="{CE462C76-627B-4CF1-A75E-965B316BBBA9}" dt="2026-05-05T09:49:55.072" v="784" actId="478"/>
          <ac:picMkLst>
            <pc:docMk/>
            <pc:sldMk cId="975653892" sldId="276"/>
            <ac:picMk id="10" creationId="{F9504232-5C8C-AB1E-CC08-0F5F7CB46F8F}"/>
          </ac:picMkLst>
        </pc:picChg>
      </pc:sldChg>
      <pc:sldChg chg="modSp mod">
        <pc:chgData name="indumathi Y" userId="cc3afcd586a53142" providerId="LiveId" clId="{CE462C76-627B-4CF1-A75E-965B316BBBA9}" dt="2026-05-05T10:14:08.346" v="971" actId="20577"/>
        <pc:sldMkLst>
          <pc:docMk/>
          <pc:sldMk cId="3374611566" sldId="277"/>
        </pc:sldMkLst>
        <pc:spChg chg="mod">
          <ac:chgData name="indumathi Y" userId="cc3afcd586a53142" providerId="LiveId" clId="{CE462C76-627B-4CF1-A75E-965B316BBBA9}" dt="2026-05-05T10:11:49.842" v="942" actId="14100"/>
          <ac:spMkLst>
            <pc:docMk/>
            <pc:sldMk cId="3374611566" sldId="277"/>
            <ac:spMk id="2" creationId="{680B7CFC-15BB-BCFC-064C-989D4FE31AE7}"/>
          </ac:spMkLst>
        </pc:spChg>
        <pc:spChg chg="mod">
          <ac:chgData name="indumathi Y" userId="cc3afcd586a53142" providerId="LiveId" clId="{CE462C76-627B-4CF1-A75E-965B316BBBA9}" dt="2026-05-05T10:14:08.346" v="971" actId="20577"/>
          <ac:spMkLst>
            <pc:docMk/>
            <pc:sldMk cId="3374611566" sldId="277"/>
            <ac:spMk id="3" creationId="{B10E582C-8301-7998-FF62-9010CF7B28AB}"/>
          </ac:spMkLst>
        </pc:spChg>
        <pc:spChg chg="mod">
          <ac:chgData name="indumathi Y" userId="cc3afcd586a53142" providerId="LiveId" clId="{CE462C76-627B-4CF1-A75E-965B316BBBA9}" dt="2026-05-05T10:11:54.086" v="943" actId="1076"/>
          <ac:spMkLst>
            <pc:docMk/>
            <pc:sldMk cId="3374611566" sldId="277"/>
            <ac:spMk id="4" creationId="{920A60C9-97A4-9A82-58CB-87CC70BFE8F8}"/>
          </ac:spMkLst>
        </pc:spChg>
      </pc:sldChg>
      <pc:sldChg chg="del">
        <pc:chgData name="indumathi Y" userId="cc3afcd586a53142" providerId="LiveId" clId="{CE462C76-627B-4CF1-A75E-965B316BBBA9}" dt="2026-05-05T10:02:54.861" v="890" actId="47"/>
        <pc:sldMkLst>
          <pc:docMk/>
          <pc:sldMk cId="3128831595" sldId="278"/>
        </pc:sldMkLst>
      </pc:sldChg>
      <pc:sldChg chg="del">
        <pc:chgData name="indumathi Y" userId="cc3afcd586a53142" providerId="LiveId" clId="{CE462C76-627B-4CF1-A75E-965B316BBBA9}" dt="2026-05-05T10:02:55.815" v="891" actId="47"/>
        <pc:sldMkLst>
          <pc:docMk/>
          <pc:sldMk cId="3704304868" sldId="279"/>
        </pc:sldMkLst>
      </pc:sldChg>
      <pc:sldChg chg="del">
        <pc:chgData name="indumathi Y" userId="cc3afcd586a53142" providerId="LiveId" clId="{CE462C76-627B-4CF1-A75E-965B316BBBA9}" dt="2026-05-05T10:14:24.205" v="972" actId="47"/>
        <pc:sldMkLst>
          <pc:docMk/>
          <pc:sldMk cId="224689322" sldId="280"/>
        </pc:sldMkLst>
      </pc:sldChg>
      <pc:sldChg chg="addSp modSp new mod ord">
        <pc:chgData name="indumathi Y" userId="cc3afcd586a53142" providerId="LiveId" clId="{CE462C76-627B-4CF1-A75E-965B316BBBA9}" dt="2026-05-05T08:13:59.479" v="514" actId="1076"/>
        <pc:sldMkLst>
          <pc:docMk/>
          <pc:sldMk cId="717489648" sldId="281"/>
        </pc:sldMkLst>
        <pc:spChg chg="mod">
          <ac:chgData name="indumathi Y" userId="cc3afcd586a53142" providerId="LiveId" clId="{CE462C76-627B-4CF1-A75E-965B316BBBA9}" dt="2026-05-05T08:13:30.258" v="510" actId="1076"/>
          <ac:spMkLst>
            <pc:docMk/>
            <pc:sldMk cId="717489648" sldId="281"/>
            <ac:spMk id="2" creationId="{784F30A0-15CC-DB3B-20CB-01C48F758936}"/>
          </ac:spMkLst>
        </pc:spChg>
        <pc:spChg chg="mod">
          <ac:chgData name="indumathi Y" userId="cc3afcd586a53142" providerId="LiveId" clId="{CE462C76-627B-4CF1-A75E-965B316BBBA9}" dt="2026-05-05T07:29:16.409" v="326" actId="20577"/>
          <ac:spMkLst>
            <pc:docMk/>
            <pc:sldMk cId="717489648" sldId="281"/>
            <ac:spMk id="3" creationId="{F4031678-E95F-9F3F-630C-3461271499E1}"/>
          </ac:spMkLst>
        </pc:spChg>
        <pc:spChg chg="add mod">
          <ac:chgData name="indumathi Y" userId="cc3afcd586a53142" providerId="LiveId" clId="{CE462C76-627B-4CF1-A75E-965B316BBBA9}" dt="2026-05-05T08:13:46.456" v="513" actId="1076"/>
          <ac:spMkLst>
            <pc:docMk/>
            <pc:sldMk cId="717489648" sldId="281"/>
            <ac:spMk id="4" creationId="{3AE2DCEA-F0BE-AD65-E0F0-32F049BF7549}"/>
          </ac:spMkLst>
        </pc:spChg>
        <pc:picChg chg="add mod">
          <ac:chgData name="indumathi Y" userId="cc3afcd586a53142" providerId="LiveId" clId="{CE462C76-627B-4CF1-A75E-965B316BBBA9}" dt="2026-05-05T08:13:59.479" v="514" actId="1076"/>
          <ac:picMkLst>
            <pc:docMk/>
            <pc:sldMk cId="717489648" sldId="281"/>
            <ac:picMk id="5" creationId="{0482C86D-78A9-363F-B96F-E55B1B6215B8}"/>
          </ac:picMkLst>
        </pc:picChg>
      </pc:sldChg>
      <pc:sldChg chg="addSp delSp modSp new mod ord">
        <pc:chgData name="indumathi Y" userId="cc3afcd586a53142" providerId="LiveId" clId="{CE462C76-627B-4CF1-A75E-965B316BBBA9}" dt="2026-05-05T10:43:55.871" v="1868" actId="255"/>
        <pc:sldMkLst>
          <pc:docMk/>
          <pc:sldMk cId="3818363945" sldId="282"/>
        </pc:sldMkLst>
        <pc:spChg chg="mod">
          <ac:chgData name="indumathi Y" userId="cc3afcd586a53142" providerId="LiveId" clId="{CE462C76-627B-4CF1-A75E-965B316BBBA9}" dt="2026-05-05T07:36:49.115" v="352" actId="14100"/>
          <ac:spMkLst>
            <pc:docMk/>
            <pc:sldMk cId="3818363945" sldId="282"/>
            <ac:spMk id="2" creationId="{37AE163C-2D1E-DBCF-7BBA-82905DFF9E08}"/>
          </ac:spMkLst>
        </pc:spChg>
        <pc:spChg chg="del">
          <ac:chgData name="indumathi Y" userId="cc3afcd586a53142" providerId="LiveId" clId="{CE462C76-627B-4CF1-A75E-965B316BBBA9}" dt="2026-05-05T07:40:35.411" v="355" actId="3680"/>
          <ac:spMkLst>
            <pc:docMk/>
            <pc:sldMk cId="3818363945" sldId="282"/>
            <ac:spMk id="3" creationId="{266228C2-0667-3947-9DBB-327205B0F5F0}"/>
          </ac:spMkLst>
        </pc:spChg>
        <pc:spChg chg="add mod">
          <ac:chgData name="indumathi Y" userId="cc3afcd586a53142" providerId="LiveId" clId="{CE462C76-627B-4CF1-A75E-965B316BBBA9}" dt="2026-05-05T07:36:40.409" v="351"/>
          <ac:spMkLst>
            <pc:docMk/>
            <pc:sldMk cId="3818363945" sldId="282"/>
            <ac:spMk id="4" creationId="{0AC3006A-CDF4-F666-6244-6C513A454DF0}"/>
          </ac:spMkLst>
        </pc:spChg>
        <pc:spChg chg="add del mod">
          <ac:chgData name="indumathi Y" userId="cc3afcd586a53142" providerId="LiveId" clId="{CE462C76-627B-4CF1-A75E-965B316BBBA9}" dt="2026-05-05T07:43:42.435" v="377" actId="3680"/>
          <ac:spMkLst>
            <pc:docMk/>
            <pc:sldMk cId="3818363945" sldId="282"/>
            <ac:spMk id="8" creationId="{17A59FF3-B416-8A21-A294-63F37F884F29}"/>
          </ac:spMkLst>
        </pc:spChg>
        <pc:spChg chg="add del mod">
          <ac:chgData name="indumathi Y" userId="cc3afcd586a53142" providerId="LiveId" clId="{CE462C76-627B-4CF1-A75E-965B316BBBA9}" dt="2026-05-05T07:44:54.743" v="379"/>
          <ac:spMkLst>
            <pc:docMk/>
            <pc:sldMk cId="3818363945" sldId="282"/>
            <ac:spMk id="13" creationId="{EB758A46-0675-0EFD-CF6C-5A48CBC78F09}"/>
          </ac:spMkLst>
        </pc:spChg>
        <pc:spChg chg="add mod">
          <ac:chgData name="indumathi Y" userId="cc3afcd586a53142" providerId="LiveId" clId="{CE462C76-627B-4CF1-A75E-965B316BBBA9}" dt="2026-05-05T10:20:12.805" v="1083" actId="14100"/>
          <ac:spMkLst>
            <pc:docMk/>
            <pc:sldMk cId="3818363945" sldId="282"/>
            <ac:spMk id="22" creationId="{8026605D-4CBC-F31D-B056-DDAFE63479FF}"/>
          </ac:spMkLst>
        </pc:spChg>
        <pc:spChg chg="add mod">
          <ac:chgData name="indumathi Y" userId="cc3afcd586a53142" providerId="LiveId" clId="{CE462C76-627B-4CF1-A75E-965B316BBBA9}" dt="2026-05-05T10:18:37.924" v="1040"/>
          <ac:spMkLst>
            <pc:docMk/>
            <pc:sldMk cId="3818363945" sldId="282"/>
            <ac:spMk id="23" creationId="{8A400C9B-40EA-8590-07F1-9DEC3EDACC6C}"/>
          </ac:spMkLst>
        </pc:spChg>
        <pc:spChg chg="add mod">
          <ac:chgData name="indumathi Y" userId="cc3afcd586a53142" providerId="LiveId" clId="{CE462C76-627B-4CF1-A75E-965B316BBBA9}" dt="2026-05-05T10:18:40.115" v="1041"/>
          <ac:spMkLst>
            <pc:docMk/>
            <pc:sldMk cId="3818363945" sldId="282"/>
            <ac:spMk id="24" creationId="{FA86AEC9-712E-928B-A71C-0ED8EDDD1F1B}"/>
          </ac:spMkLst>
        </pc:spChg>
        <pc:spChg chg="add mod">
          <ac:chgData name="indumathi Y" userId="cc3afcd586a53142" providerId="LiveId" clId="{CE462C76-627B-4CF1-A75E-965B316BBBA9}" dt="2026-05-05T10:18:40.655" v="1042"/>
          <ac:spMkLst>
            <pc:docMk/>
            <pc:sldMk cId="3818363945" sldId="282"/>
            <ac:spMk id="25" creationId="{74BF306E-DD64-6532-5915-6619B9C4574E}"/>
          </ac:spMkLst>
        </pc:spChg>
        <pc:spChg chg="add mod">
          <ac:chgData name="indumathi Y" userId="cc3afcd586a53142" providerId="LiveId" clId="{CE462C76-627B-4CF1-A75E-965B316BBBA9}" dt="2026-05-05T10:19:33.376" v="1065" actId="767"/>
          <ac:spMkLst>
            <pc:docMk/>
            <pc:sldMk cId="3818363945" sldId="282"/>
            <ac:spMk id="26" creationId="{4EBE6F71-430D-275C-32EA-DF788B25CAEB}"/>
          </ac:spMkLst>
        </pc:spChg>
        <pc:spChg chg="add mod">
          <ac:chgData name="indumathi Y" userId="cc3afcd586a53142" providerId="LiveId" clId="{CE462C76-627B-4CF1-A75E-965B316BBBA9}" dt="2026-05-05T10:19:32.885" v="1064" actId="20577"/>
          <ac:spMkLst>
            <pc:docMk/>
            <pc:sldMk cId="3818363945" sldId="282"/>
            <ac:spMk id="27" creationId="{EBEF3040-2D03-4368-5AC5-18C4FE306E1E}"/>
          </ac:spMkLst>
        </pc:spChg>
        <pc:spChg chg="add mod">
          <ac:chgData name="indumathi Y" userId="cc3afcd586a53142" providerId="LiveId" clId="{CE462C76-627B-4CF1-A75E-965B316BBBA9}" dt="2026-05-05T10:22:08.855" v="1111" actId="14100"/>
          <ac:spMkLst>
            <pc:docMk/>
            <pc:sldMk cId="3818363945" sldId="282"/>
            <ac:spMk id="28" creationId="{93BC0DAA-FAF7-8160-DDC5-FC48D3CF82FA}"/>
          </ac:spMkLst>
        </pc:spChg>
        <pc:spChg chg="add mod">
          <ac:chgData name="indumathi Y" userId="cc3afcd586a53142" providerId="LiveId" clId="{CE462C76-627B-4CF1-A75E-965B316BBBA9}" dt="2026-05-05T10:22:04.113" v="1110" actId="14100"/>
          <ac:spMkLst>
            <pc:docMk/>
            <pc:sldMk cId="3818363945" sldId="282"/>
            <ac:spMk id="29" creationId="{158C261D-EF5C-4E37-B4B4-BE05312E1A28}"/>
          </ac:spMkLst>
        </pc:spChg>
        <pc:spChg chg="add mod">
          <ac:chgData name="indumathi Y" userId="cc3afcd586a53142" providerId="LiveId" clId="{CE462C76-627B-4CF1-A75E-965B316BBBA9}" dt="2026-05-05T10:24:04.595" v="1147" actId="14100"/>
          <ac:spMkLst>
            <pc:docMk/>
            <pc:sldMk cId="3818363945" sldId="282"/>
            <ac:spMk id="30" creationId="{BC37C97C-844F-DEE8-B66E-7FF51ED70FDD}"/>
          </ac:spMkLst>
        </pc:spChg>
        <pc:spChg chg="add mod">
          <ac:chgData name="indumathi Y" userId="cc3afcd586a53142" providerId="LiveId" clId="{CE462C76-627B-4CF1-A75E-965B316BBBA9}" dt="2026-05-05T10:23:34.031" v="1130" actId="14100"/>
          <ac:spMkLst>
            <pc:docMk/>
            <pc:sldMk cId="3818363945" sldId="282"/>
            <ac:spMk id="31" creationId="{D603BD11-558A-306C-029E-C2BF256402E3}"/>
          </ac:spMkLst>
        </pc:spChg>
        <pc:spChg chg="add mod">
          <ac:chgData name="indumathi Y" userId="cc3afcd586a53142" providerId="LiveId" clId="{CE462C76-627B-4CF1-A75E-965B316BBBA9}" dt="2026-05-05T10:23:58.173" v="1146" actId="14100"/>
          <ac:spMkLst>
            <pc:docMk/>
            <pc:sldMk cId="3818363945" sldId="282"/>
            <ac:spMk id="32" creationId="{30A80C31-F67E-7CEB-9C4A-8A984AFDB66C}"/>
          </ac:spMkLst>
        </pc:spChg>
        <pc:spChg chg="add mod">
          <ac:chgData name="indumathi Y" userId="cc3afcd586a53142" providerId="LiveId" clId="{CE462C76-627B-4CF1-A75E-965B316BBBA9}" dt="2026-05-05T10:30:43.274" v="1665" actId="767"/>
          <ac:spMkLst>
            <pc:docMk/>
            <pc:sldMk cId="3818363945" sldId="282"/>
            <ac:spMk id="35" creationId="{C59426B0-31DC-0081-EE20-646D611FBB98}"/>
          </ac:spMkLst>
        </pc:spChg>
        <pc:spChg chg="add mod">
          <ac:chgData name="indumathi Y" userId="cc3afcd586a53142" providerId="LiveId" clId="{CE462C76-627B-4CF1-A75E-965B316BBBA9}" dt="2026-05-05T10:31:38.495" v="1682" actId="14100"/>
          <ac:spMkLst>
            <pc:docMk/>
            <pc:sldMk cId="3818363945" sldId="282"/>
            <ac:spMk id="36" creationId="{CF32DF8B-3078-B987-3069-8DBA10B28ACE}"/>
          </ac:spMkLst>
        </pc:spChg>
        <pc:spChg chg="add mod">
          <ac:chgData name="indumathi Y" userId="cc3afcd586a53142" providerId="LiveId" clId="{CE462C76-627B-4CF1-A75E-965B316BBBA9}" dt="2026-05-05T10:32:12.328" v="1685" actId="255"/>
          <ac:spMkLst>
            <pc:docMk/>
            <pc:sldMk cId="3818363945" sldId="282"/>
            <ac:spMk id="37" creationId="{B27C0C87-F6C6-2739-E84D-20DBA968989B}"/>
          </ac:spMkLst>
        </pc:spChg>
        <pc:spChg chg="add mod">
          <ac:chgData name="indumathi Y" userId="cc3afcd586a53142" providerId="LiveId" clId="{CE462C76-627B-4CF1-A75E-965B316BBBA9}" dt="2026-05-05T10:32:52.322" v="1690" actId="14100"/>
          <ac:spMkLst>
            <pc:docMk/>
            <pc:sldMk cId="3818363945" sldId="282"/>
            <ac:spMk id="38" creationId="{1257CABC-D468-0A14-5B78-9C7EC7C6FC6C}"/>
          </ac:spMkLst>
        </pc:spChg>
        <pc:spChg chg="add mod">
          <ac:chgData name="indumathi Y" userId="cc3afcd586a53142" providerId="LiveId" clId="{CE462C76-627B-4CF1-A75E-965B316BBBA9}" dt="2026-05-05T10:35:41.076" v="1732" actId="14100"/>
          <ac:spMkLst>
            <pc:docMk/>
            <pc:sldMk cId="3818363945" sldId="282"/>
            <ac:spMk id="39" creationId="{B30BFDFD-2217-DB53-7E03-E2A1AA5A36A0}"/>
          </ac:spMkLst>
        </pc:spChg>
        <pc:spChg chg="add mod">
          <ac:chgData name="indumathi Y" userId="cc3afcd586a53142" providerId="LiveId" clId="{CE462C76-627B-4CF1-A75E-965B316BBBA9}" dt="2026-05-05T10:33:32.083" v="1698"/>
          <ac:spMkLst>
            <pc:docMk/>
            <pc:sldMk cId="3818363945" sldId="282"/>
            <ac:spMk id="40" creationId="{FE06FE7E-4FF2-8FA2-7887-173A05087582}"/>
          </ac:spMkLst>
        </pc:spChg>
        <pc:spChg chg="add mod">
          <ac:chgData name="indumathi Y" userId="cc3afcd586a53142" providerId="LiveId" clId="{CE462C76-627B-4CF1-A75E-965B316BBBA9}" dt="2026-05-05T10:34:04.347" v="1702" actId="14100"/>
          <ac:spMkLst>
            <pc:docMk/>
            <pc:sldMk cId="3818363945" sldId="282"/>
            <ac:spMk id="41" creationId="{9CE8C88F-5A45-AC06-5CDD-C90C431C8108}"/>
          </ac:spMkLst>
        </pc:spChg>
        <pc:spChg chg="add mod">
          <ac:chgData name="indumathi Y" userId="cc3afcd586a53142" providerId="LiveId" clId="{CE462C76-627B-4CF1-A75E-965B316BBBA9}" dt="2026-05-05T10:34:41.585" v="1707" actId="14100"/>
          <ac:spMkLst>
            <pc:docMk/>
            <pc:sldMk cId="3818363945" sldId="282"/>
            <ac:spMk id="42" creationId="{4E3BBAFD-06C8-FE4B-EFBB-58241EAD155B}"/>
          </ac:spMkLst>
        </pc:spChg>
        <pc:spChg chg="add mod">
          <ac:chgData name="indumathi Y" userId="cc3afcd586a53142" providerId="LiveId" clId="{CE462C76-627B-4CF1-A75E-965B316BBBA9}" dt="2026-05-05T10:35:15.187" v="1729" actId="20577"/>
          <ac:spMkLst>
            <pc:docMk/>
            <pc:sldMk cId="3818363945" sldId="282"/>
            <ac:spMk id="43" creationId="{7B08750C-F93A-779A-3962-76AE27AA42D5}"/>
          </ac:spMkLst>
        </pc:spChg>
        <pc:spChg chg="add mod">
          <ac:chgData name="indumathi Y" userId="cc3afcd586a53142" providerId="LiveId" clId="{CE462C76-627B-4CF1-A75E-965B316BBBA9}" dt="2026-05-05T10:35:35.742" v="1731"/>
          <ac:spMkLst>
            <pc:docMk/>
            <pc:sldMk cId="3818363945" sldId="282"/>
            <ac:spMk id="44" creationId="{87205CFB-EAA9-C153-3913-03726BF3D033}"/>
          </ac:spMkLst>
        </pc:spChg>
        <pc:spChg chg="add mod">
          <ac:chgData name="indumathi Y" userId="cc3afcd586a53142" providerId="LiveId" clId="{CE462C76-627B-4CF1-A75E-965B316BBBA9}" dt="2026-05-05T10:35:58.884" v="1734"/>
          <ac:spMkLst>
            <pc:docMk/>
            <pc:sldMk cId="3818363945" sldId="282"/>
            <ac:spMk id="45" creationId="{B9B3DC9A-29D1-E98C-DD72-17FF18122DBD}"/>
          </ac:spMkLst>
        </pc:spChg>
        <pc:spChg chg="add mod">
          <ac:chgData name="indumathi Y" userId="cc3afcd586a53142" providerId="LiveId" clId="{CE462C76-627B-4CF1-A75E-965B316BBBA9}" dt="2026-05-05T10:36:28.439" v="1738" actId="14100"/>
          <ac:spMkLst>
            <pc:docMk/>
            <pc:sldMk cId="3818363945" sldId="282"/>
            <ac:spMk id="46" creationId="{5E1CD658-FC41-9A17-64D8-AE5EB663390D}"/>
          </ac:spMkLst>
        </pc:spChg>
        <pc:spChg chg="add mod">
          <ac:chgData name="indumathi Y" userId="cc3afcd586a53142" providerId="LiveId" clId="{CE462C76-627B-4CF1-A75E-965B316BBBA9}" dt="2026-05-05T10:37:09.677" v="1747" actId="14100"/>
          <ac:spMkLst>
            <pc:docMk/>
            <pc:sldMk cId="3818363945" sldId="282"/>
            <ac:spMk id="47" creationId="{5BEB4044-99DD-6DC0-91E7-BC5E0369B315}"/>
          </ac:spMkLst>
        </pc:spChg>
        <pc:spChg chg="add mod">
          <ac:chgData name="indumathi Y" userId="cc3afcd586a53142" providerId="LiveId" clId="{CE462C76-627B-4CF1-A75E-965B316BBBA9}" dt="2026-05-05T10:37:40.050" v="1751" actId="14100"/>
          <ac:spMkLst>
            <pc:docMk/>
            <pc:sldMk cId="3818363945" sldId="282"/>
            <ac:spMk id="48" creationId="{0B7E83FD-7B38-C290-3368-DB44F8FBA227}"/>
          </ac:spMkLst>
        </pc:spChg>
        <pc:spChg chg="add mod">
          <ac:chgData name="indumathi Y" userId="cc3afcd586a53142" providerId="LiveId" clId="{CE462C76-627B-4CF1-A75E-965B316BBBA9}" dt="2026-05-05T10:38:01.835" v="1758" actId="20577"/>
          <ac:spMkLst>
            <pc:docMk/>
            <pc:sldMk cId="3818363945" sldId="282"/>
            <ac:spMk id="49" creationId="{17E64CD5-9D77-4F43-A5EE-78038398F4E0}"/>
          </ac:spMkLst>
        </pc:spChg>
        <pc:spChg chg="add mod">
          <ac:chgData name="indumathi Y" userId="cc3afcd586a53142" providerId="LiveId" clId="{CE462C76-627B-4CF1-A75E-965B316BBBA9}" dt="2026-05-05T10:38:19.551" v="1760"/>
          <ac:spMkLst>
            <pc:docMk/>
            <pc:sldMk cId="3818363945" sldId="282"/>
            <ac:spMk id="50" creationId="{4F3E094A-9265-C4E0-B9D5-FAA4BAB2CDFD}"/>
          </ac:spMkLst>
        </pc:spChg>
        <pc:spChg chg="add mod">
          <ac:chgData name="indumathi Y" userId="cc3afcd586a53142" providerId="LiveId" clId="{CE462C76-627B-4CF1-A75E-965B316BBBA9}" dt="2026-05-05T10:38:45.067" v="1763" actId="255"/>
          <ac:spMkLst>
            <pc:docMk/>
            <pc:sldMk cId="3818363945" sldId="282"/>
            <ac:spMk id="51" creationId="{B89A2A7A-813A-9824-58CC-0D34167C8F90}"/>
          </ac:spMkLst>
        </pc:spChg>
        <pc:spChg chg="add mod">
          <ac:chgData name="indumathi Y" userId="cc3afcd586a53142" providerId="LiveId" clId="{CE462C76-627B-4CF1-A75E-965B316BBBA9}" dt="2026-05-05T10:39:29.337" v="1768" actId="14100"/>
          <ac:spMkLst>
            <pc:docMk/>
            <pc:sldMk cId="3818363945" sldId="282"/>
            <ac:spMk id="52" creationId="{1542C38D-9FDE-380D-2EDE-C1170E9E2F08}"/>
          </ac:spMkLst>
        </pc:spChg>
        <pc:spChg chg="add mod">
          <ac:chgData name="indumathi Y" userId="cc3afcd586a53142" providerId="LiveId" clId="{CE462C76-627B-4CF1-A75E-965B316BBBA9}" dt="2026-05-05T10:41:37.216" v="1844" actId="20577"/>
          <ac:spMkLst>
            <pc:docMk/>
            <pc:sldMk cId="3818363945" sldId="282"/>
            <ac:spMk id="53" creationId="{CF054210-97BC-AFE3-987B-105849D799D4}"/>
          </ac:spMkLst>
        </pc:spChg>
        <pc:spChg chg="add mod">
          <ac:chgData name="indumathi Y" userId="cc3afcd586a53142" providerId="LiveId" clId="{CE462C76-627B-4CF1-A75E-965B316BBBA9}" dt="2026-05-05T10:42:11.126" v="1850" actId="14100"/>
          <ac:spMkLst>
            <pc:docMk/>
            <pc:sldMk cId="3818363945" sldId="282"/>
            <ac:spMk id="54" creationId="{F242E6BC-2545-5DEE-0313-17D859C8360B}"/>
          </ac:spMkLst>
        </pc:spChg>
        <pc:spChg chg="add mod">
          <ac:chgData name="indumathi Y" userId="cc3afcd586a53142" providerId="LiveId" clId="{CE462C76-627B-4CF1-A75E-965B316BBBA9}" dt="2026-05-05T10:42:48.504" v="1861"/>
          <ac:spMkLst>
            <pc:docMk/>
            <pc:sldMk cId="3818363945" sldId="282"/>
            <ac:spMk id="55" creationId="{DC761BBD-310F-92BE-F69D-DAA29D488CD9}"/>
          </ac:spMkLst>
        </pc:spChg>
        <pc:spChg chg="add mod">
          <ac:chgData name="indumathi Y" userId="cc3afcd586a53142" providerId="LiveId" clId="{CE462C76-627B-4CF1-A75E-965B316BBBA9}" dt="2026-05-05T10:43:28.332" v="1865" actId="14100"/>
          <ac:spMkLst>
            <pc:docMk/>
            <pc:sldMk cId="3818363945" sldId="282"/>
            <ac:spMk id="56" creationId="{553F469D-7173-8F56-DAA7-58AB7DD900B5}"/>
          </ac:spMkLst>
        </pc:spChg>
        <pc:spChg chg="add mod">
          <ac:chgData name="indumathi Y" userId="cc3afcd586a53142" providerId="LiveId" clId="{CE462C76-627B-4CF1-A75E-965B316BBBA9}" dt="2026-05-05T10:43:55.871" v="1868" actId="255"/>
          <ac:spMkLst>
            <pc:docMk/>
            <pc:sldMk cId="3818363945" sldId="282"/>
            <ac:spMk id="57" creationId="{9D245BA2-251A-CF2E-ED7F-4C007848730F}"/>
          </ac:spMkLst>
        </pc:spChg>
        <pc:graphicFrameChg chg="add del mod ord modGraphic">
          <ac:chgData name="indumathi Y" userId="cc3afcd586a53142" providerId="LiveId" clId="{CE462C76-627B-4CF1-A75E-965B316BBBA9}" dt="2026-05-05T07:41:46.629" v="368" actId="478"/>
          <ac:graphicFrameMkLst>
            <pc:docMk/>
            <pc:sldMk cId="3818363945" sldId="282"/>
            <ac:graphicFrameMk id="6" creationId="{D199BE73-3014-4E43-9F3F-94DB8DF118EB}"/>
          </ac:graphicFrameMkLst>
        </pc:graphicFrameChg>
        <pc:graphicFrameChg chg="add del mod ord modGraphic">
          <ac:chgData name="indumathi Y" userId="cc3afcd586a53142" providerId="LiveId" clId="{CE462C76-627B-4CF1-A75E-965B316BBBA9}" dt="2026-05-05T07:44:25.589" v="378" actId="478"/>
          <ac:graphicFrameMkLst>
            <pc:docMk/>
            <pc:sldMk cId="3818363945" sldId="282"/>
            <ac:graphicFrameMk id="11" creationId="{5BAA79AD-C703-8707-98CF-3CEA93BC5D4B}"/>
          </ac:graphicFrameMkLst>
        </pc:graphicFrameChg>
        <pc:graphicFrameChg chg="add mod modGraphic">
          <ac:chgData name="indumathi Y" userId="cc3afcd586a53142" providerId="LiveId" clId="{CE462C76-627B-4CF1-A75E-965B316BBBA9}" dt="2026-05-05T10:41:06.339" v="1831" actId="20577"/>
          <ac:graphicFrameMkLst>
            <pc:docMk/>
            <pc:sldMk cId="3818363945" sldId="282"/>
            <ac:graphicFrameMk id="14" creationId="{7FFE4A59-C0AF-6F7A-88CC-B2725C324DC1}"/>
          </ac:graphicFrameMkLst>
        </pc:graphicFrameChg>
        <pc:graphicFrameChg chg="add mod">
          <ac:chgData name="indumathi Y" userId="cc3afcd586a53142" providerId="LiveId" clId="{CE462C76-627B-4CF1-A75E-965B316BBBA9}" dt="2026-05-05T07:45:24.151" v="382"/>
          <ac:graphicFrameMkLst>
            <pc:docMk/>
            <pc:sldMk cId="3818363945" sldId="282"/>
            <ac:graphicFrameMk id="15" creationId="{DD8F22F8-9ADD-AC20-320D-BF2F5EC36B08}"/>
          </ac:graphicFrameMkLst>
        </pc:graphicFrameChg>
        <pc:picChg chg="add mod">
          <ac:chgData name="indumathi Y" userId="cc3afcd586a53142" providerId="LiveId" clId="{CE462C76-627B-4CF1-A75E-965B316BBBA9}" dt="2026-05-05T07:37:04.839" v="354" actId="1076"/>
          <ac:picMkLst>
            <pc:docMk/>
            <pc:sldMk cId="3818363945" sldId="282"/>
            <ac:picMk id="5" creationId="{A7CAD378-7461-653A-3DD2-858487A6C7D8}"/>
          </ac:picMkLst>
        </pc:picChg>
        <pc:picChg chg="add del mod ord">
          <ac:chgData name="indumathi Y" userId="cc3afcd586a53142" providerId="LiveId" clId="{CE462C76-627B-4CF1-A75E-965B316BBBA9}" dt="2026-05-05T07:43:29.871" v="376" actId="22"/>
          <ac:picMkLst>
            <pc:docMk/>
            <pc:sldMk cId="3818363945" sldId="282"/>
            <ac:picMk id="10" creationId="{2477B7C5-AC4A-9B01-8575-F1D68A15CDD5}"/>
          </ac:picMkLst>
        </pc:picChg>
        <pc:cxnChg chg="add mod">
          <ac:chgData name="indumathi Y" userId="cc3afcd586a53142" providerId="LiveId" clId="{CE462C76-627B-4CF1-A75E-965B316BBBA9}" dt="2026-05-05T10:16:38.408" v="989" actId="208"/>
          <ac:cxnSpMkLst>
            <pc:docMk/>
            <pc:sldMk cId="3818363945" sldId="282"/>
            <ac:cxnSpMk id="11" creationId="{474CDDAC-F5EC-AA14-209A-2442A3671318}"/>
          </ac:cxnSpMkLst>
        </pc:cxnChg>
        <pc:cxnChg chg="add mod">
          <ac:chgData name="indumathi Y" userId="cc3afcd586a53142" providerId="LiveId" clId="{CE462C76-627B-4CF1-A75E-965B316BBBA9}" dt="2026-05-05T10:21:44.186" v="1106" actId="1076"/>
          <ac:cxnSpMkLst>
            <pc:docMk/>
            <pc:sldMk cId="3818363945" sldId="282"/>
            <ac:cxnSpMk id="12" creationId="{2AB0AD3E-7F17-F29D-742C-7B9339F1814F}"/>
          </ac:cxnSpMkLst>
        </pc:cxnChg>
        <pc:cxnChg chg="add mod">
          <ac:chgData name="indumathi Y" userId="cc3afcd586a53142" providerId="LiveId" clId="{CE462C76-627B-4CF1-A75E-965B316BBBA9}" dt="2026-05-05T10:19:39.053" v="1070" actId="1076"/>
          <ac:cxnSpMkLst>
            <pc:docMk/>
            <pc:sldMk cId="3818363945" sldId="282"/>
            <ac:cxnSpMk id="13" creationId="{C7FA73AA-8D8E-298F-9271-A5D56BC2667A}"/>
          </ac:cxnSpMkLst>
        </pc:cxnChg>
        <pc:cxnChg chg="add mod">
          <ac:chgData name="indumathi Y" userId="cc3afcd586a53142" providerId="LiveId" clId="{CE462C76-627B-4CF1-A75E-965B316BBBA9}" dt="2026-05-05T10:19:39.714" v="1071" actId="1076"/>
          <ac:cxnSpMkLst>
            <pc:docMk/>
            <pc:sldMk cId="3818363945" sldId="282"/>
            <ac:cxnSpMk id="15" creationId="{491C56CE-C631-1C4E-3E1F-1319D787846E}"/>
          </ac:cxnSpMkLst>
        </pc:cxnChg>
        <pc:cxnChg chg="add mod">
          <ac:chgData name="indumathi Y" userId="cc3afcd586a53142" providerId="LiveId" clId="{CE462C76-627B-4CF1-A75E-965B316BBBA9}" dt="2026-05-05T10:17:15.031" v="994" actId="1076"/>
          <ac:cxnSpMkLst>
            <pc:docMk/>
            <pc:sldMk cId="3818363945" sldId="282"/>
            <ac:cxnSpMk id="16" creationId="{D6A7FAC5-F4D8-CF2B-E609-7C60C5FBB018}"/>
          </ac:cxnSpMkLst>
        </pc:cxnChg>
        <pc:cxnChg chg="add mod">
          <ac:chgData name="indumathi Y" userId="cc3afcd586a53142" providerId="LiveId" clId="{CE462C76-627B-4CF1-A75E-965B316BBBA9}" dt="2026-05-05T10:16:12.227" v="987" actId="14100"/>
          <ac:cxnSpMkLst>
            <pc:docMk/>
            <pc:sldMk cId="3818363945" sldId="282"/>
            <ac:cxnSpMk id="17" creationId="{BE9EDDCB-F549-369F-C462-30517B0C091C}"/>
          </ac:cxnSpMkLst>
        </pc:cxnChg>
        <pc:cxnChg chg="add mod">
          <ac:chgData name="indumathi Y" userId="cc3afcd586a53142" providerId="LiveId" clId="{CE462C76-627B-4CF1-A75E-965B316BBBA9}" dt="2026-05-05T10:16:00.089" v="985" actId="14100"/>
          <ac:cxnSpMkLst>
            <pc:docMk/>
            <pc:sldMk cId="3818363945" sldId="282"/>
            <ac:cxnSpMk id="18" creationId="{C7CD58BF-DF56-943B-5375-9493D6CDC38C}"/>
          </ac:cxnSpMkLst>
        </pc:cxnChg>
        <pc:cxnChg chg="add mod">
          <ac:chgData name="indumathi Y" userId="cc3afcd586a53142" providerId="LiveId" clId="{CE462C76-627B-4CF1-A75E-965B316BBBA9}" dt="2026-05-05T10:27:16.587" v="1321" actId="14100"/>
          <ac:cxnSpMkLst>
            <pc:docMk/>
            <pc:sldMk cId="3818363945" sldId="282"/>
            <ac:cxnSpMk id="19" creationId="{3126946D-BE76-A106-41AA-69BD8832AD08}"/>
          </ac:cxnSpMkLst>
        </pc:cxnChg>
        <pc:cxnChg chg="add mod">
          <ac:chgData name="indumathi Y" userId="cc3afcd586a53142" providerId="LiveId" clId="{CE462C76-627B-4CF1-A75E-965B316BBBA9}" dt="2026-05-05T10:15:39.123" v="981" actId="14100"/>
          <ac:cxnSpMkLst>
            <pc:docMk/>
            <pc:sldMk cId="3818363945" sldId="282"/>
            <ac:cxnSpMk id="20" creationId="{6C51B9BE-E66D-0526-7896-53C0C6727835}"/>
          </ac:cxnSpMkLst>
        </pc:cxnChg>
        <pc:cxnChg chg="add mod">
          <ac:chgData name="indumathi Y" userId="cc3afcd586a53142" providerId="LiveId" clId="{CE462C76-627B-4CF1-A75E-965B316BBBA9}" dt="2026-05-05T10:15:22.560" v="979" actId="14100"/>
          <ac:cxnSpMkLst>
            <pc:docMk/>
            <pc:sldMk cId="3818363945" sldId="282"/>
            <ac:cxnSpMk id="21" creationId="{5DD6EDE6-6BE9-EF1C-9B6C-3F7589C61250}"/>
          </ac:cxnSpMkLst>
        </pc:cxnChg>
      </pc:sldChg>
      <pc:sldChg chg="addSp modSp new mod">
        <pc:chgData name="indumathi Y" userId="cc3afcd586a53142" providerId="LiveId" clId="{CE462C76-627B-4CF1-A75E-965B316BBBA9}" dt="2026-05-05T08:27:26.705" v="619"/>
        <pc:sldMkLst>
          <pc:docMk/>
          <pc:sldMk cId="1170029547" sldId="283"/>
        </pc:sldMkLst>
        <pc:spChg chg="mod">
          <ac:chgData name="indumathi Y" userId="cc3afcd586a53142" providerId="LiveId" clId="{CE462C76-627B-4CF1-A75E-965B316BBBA9}" dt="2026-05-05T08:26:52.747" v="559" actId="1076"/>
          <ac:spMkLst>
            <pc:docMk/>
            <pc:sldMk cId="1170029547" sldId="283"/>
            <ac:spMk id="2" creationId="{D4FFCB36-522E-7D12-D1DF-128A0BE767C8}"/>
          </ac:spMkLst>
        </pc:spChg>
        <pc:spChg chg="mod">
          <ac:chgData name="indumathi Y" userId="cc3afcd586a53142" providerId="LiveId" clId="{CE462C76-627B-4CF1-A75E-965B316BBBA9}" dt="2026-05-05T08:27:26.705" v="619"/>
          <ac:spMkLst>
            <pc:docMk/>
            <pc:sldMk cId="1170029547" sldId="283"/>
            <ac:spMk id="3" creationId="{29EDD322-A07B-0645-65FA-ED9108874753}"/>
          </ac:spMkLst>
        </pc:spChg>
        <pc:spChg chg="add mod">
          <ac:chgData name="indumathi Y" userId="cc3afcd586a53142" providerId="LiveId" clId="{CE462C76-627B-4CF1-A75E-965B316BBBA9}" dt="2026-05-05T08:25:53.927" v="549" actId="1076"/>
          <ac:spMkLst>
            <pc:docMk/>
            <pc:sldMk cId="1170029547" sldId="283"/>
            <ac:spMk id="4" creationId="{8BCBC187-D7A8-0E3B-DFB3-DC0DF7B8E19D}"/>
          </ac:spMkLst>
        </pc:spChg>
        <pc:picChg chg="add mod">
          <ac:chgData name="indumathi Y" userId="cc3afcd586a53142" providerId="LiveId" clId="{CE462C76-627B-4CF1-A75E-965B316BBBA9}" dt="2026-05-05T08:25:26.599" v="546" actId="1076"/>
          <ac:picMkLst>
            <pc:docMk/>
            <pc:sldMk cId="1170029547" sldId="283"/>
            <ac:picMk id="5" creationId="{3DEB745A-C5FA-2B24-B636-E770041E219A}"/>
          </ac:picMkLst>
        </pc:picChg>
      </pc:sldChg>
      <pc:sldChg chg="addSp modSp new mod">
        <pc:chgData name="indumathi Y" userId="cc3afcd586a53142" providerId="LiveId" clId="{CE462C76-627B-4CF1-A75E-965B316BBBA9}" dt="2026-05-05T08:30:46.259" v="644" actId="1076"/>
        <pc:sldMkLst>
          <pc:docMk/>
          <pc:sldMk cId="2968255643" sldId="284"/>
        </pc:sldMkLst>
        <pc:spChg chg="mod">
          <ac:chgData name="indumathi Y" userId="cc3afcd586a53142" providerId="LiveId" clId="{CE462C76-627B-4CF1-A75E-965B316BBBA9}" dt="2026-05-05T08:30:04.555" v="638" actId="14100"/>
          <ac:spMkLst>
            <pc:docMk/>
            <pc:sldMk cId="2968255643" sldId="284"/>
            <ac:spMk id="2" creationId="{A68C661A-F6FA-AC6B-F64A-900E2AAE66CB}"/>
          </ac:spMkLst>
        </pc:spChg>
        <pc:spChg chg="mod">
          <ac:chgData name="indumathi Y" userId="cc3afcd586a53142" providerId="LiveId" clId="{CE462C76-627B-4CF1-A75E-965B316BBBA9}" dt="2026-05-05T08:27:52.066" v="626" actId="255"/>
          <ac:spMkLst>
            <pc:docMk/>
            <pc:sldMk cId="2968255643" sldId="284"/>
            <ac:spMk id="3" creationId="{19F7289D-3314-8403-9754-C86435A0FBB5}"/>
          </ac:spMkLst>
        </pc:spChg>
        <pc:spChg chg="add mod">
          <ac:chgData name="indumathi Y" userId="cc3afcd586a53142" providerId="LiveId" clId="{CE462C76-627B-4CF1-A75E-965B316BBBA9}" dt="2026-05-05T08:29:41.472" v="637"/>
          <ac:spMkLst>
            <pc:docMk/>
            <pc:sldMk cId="2968255643" sldId="284"/>
            <ac:spMk id="4" creationId="{EC4A6FBF-6BA7-4629-56B5-367C5FA953B7}"/>
          </ac:spMkLst>
        </pc:spChg>
        <pc:picChg chg="add mod">
          <ac:chgData name="indumathi Y" userId="cc3afcd586a53142" providerId="LiveId" clId="{CE462C76-627B-4CF1-A75E-965B316BBBA9}" dt="2026-05-05T08:30:46.259" v="644" actId="1076"/>
          <ac:picMkLst>
            <pc:docMk/>
            <pc:sldMk cId="2968255643" sldId="284"/>
            <ac:picMk id="5" creationId="{D2B47C6C-4E7E-6DB3-9B84-6CE15967C231}"/>
          </ac:picMkLst>
        </pc:picChg>
      </pc:sldChg>
      <pc:sldChg chg="addSp modSp new mod">
        <pc:chgData name="indumathi Y" userId="cc3afcd586a53142" providerId="LiveId" clId="{CE462C76-627B-4CF1-A75E-965B316BBBA9}" dt="2026-05-05T08:30:36.816" v="643" actId="1076"/>
        <pc:sldMkLst>
          <pc:docMk/>
          <pc:sldMk cId="2976712817" sldId="285"/>
        </pc:sldMkLst>
        <pc:spChg chg="mod">
          <ac:chgData name="indumathi Y" userId="cc3afcd586a53142" providerId="LiveId" clId="{CE462C76-627B-4CF1-A75E-965B316BBBA9}" dt="2026-05-05T08:30:18.646" v="640" actId="1076"/>
          <ac:spMkLst>
            <pc:docMk/>
            <pc:sldMk cId="2976712817" sldId="285"/>
            <ac:spMk id="2" creationId="{E9830176-721F-5786-CF8D-C21DA631F497}"/>
          </ac:spMkLst>
        </pc:spChg>
        <pc:spChg chg="mod">
          <ac:chgData name="indumathi Y" userId="cc3afcd586a53142" providerId="LiveId" clId="{CE462C76-627B-4CF1-A75E-965B316BBBA9}" dt="2026-05-05T08:29:10.229" v="634" actId="20577"/>
          <ac:spMkLst>
            <pc:docMk/>
            <pc:sldMk cId="2976712817" sldId="285"/>
            <ac:spMk id="3" creationId="{A4047250-09C7-3CEB-5103-89AB08E411E5}"/>
          </ac:spMkLst>
        </pc:spChg>
        <pc:spChg chg="add mod">
          <ac:chgData name="indumathi Y" userId="cc3afcd586a53142" providerId="LiveId" clId="{CE462C76-627B-4CF1-A75E-965B316BBBA9}" dt="2026-05-05T08:30:08.273" v="639"/>
          <ac:spMkLst>
            <pc:docMk/>
            <pc:sldMk cId="2976712817" sldId="285"/>
            <ac:spMk id="4" creationId="{B171FAB0-1728-1EB0-EDDA-70F10E67638A}"/>
          </ac:spMkLst>
        </pc:spChg>
        <pc:picChg chg="add mod">
          <ac:chgData name="indumathi Y" userId="cc3afcd586a53142" providerId="LiveId" clId="{CE462C76-627B-4CF1-A75E-965B316BBBA9}" dt="2026-05-05T08:30:36.816" v="643" actId="1076"/>
          <ac:picMkLst>
            <pc:docMk/>
            <pc:sldMk cId="2976712817" sldId="285"/>
            <ac:picMk id="5" creationId="{27477CDC-0848-8A38-B988-93BDE5D293F1}"/>
          </ac:picMkLst>
        </pc:picChg>
      </pc:sldChg>
      <pc:sldChg chg="addSp modSp new mod">
        <pc:chgData name="indumathi Y" userId="cc3afcd586a53142" providerId="LiveId" clId="{CE462C76-627B-4CF1-A75E-965B316BBBA9}" dt="2026-05-05T08:34:22.216" v="700" actId="255"/>
        <pc:sldMkLst>
          <pc:docMk/>
          <pc:sldMk cId="2554328935" sldId="286"/>
        </pc:sldMkLst>
        <pc:spChg chg="mod">
          <ac:chgData name="indumathi Y" userId="cc3afcd586a53142" providerId="LiveId" clId="{CE462C76-627B-4CF1-A75E-965B316BBBA9}" dt="2026-05-05T08:33:16.638" v="689" actId="14100"/>
          <ac:spMkLst>
            <pc:docMk/>
            <pc:sldMk cId="2554328935" sldId="286"/>
            <ac:spMk id="2" creationId="{CB11088B-A736-EA37-BB7B-634858F196D8}"/>
          </ac:spMkLst>
        </pc:spChg>
        <pc:spChg chg="mod">
          <ac:chgData name="indumathi Y" userId="cc3afcd586a53142" providerId="LiveId" clId="{CE462C76-627B-4CF1-A75E-965B316BBBA9}" dt="2026-05-05T08:34:22.216" v="700" actId="255"/>
          <ac:spMkLst>
            <pc:docMk/>
            <pc:sldMk cId="2554328935" sldId="286"/>
            <ac:spMk id="3" creationId="{831E5B53-B326-D5B4-D6E5-1F1BAD3104EF}"/>
          </ac:spMkLst>
        </pc:spChg>
        <pc:spChg chg="add mod">
          <ac:chgData name="indumathi Y" userId="cc3afcd586a53142" providerId="LiveId" clId="{CE462C76-627B-4CF1-A75E-965B316BBBA9}" dt="2026-05-05T08:33:07.110" v="688"/>
          <ac:spMkLst>
            <pc:docMk/>
            <pc:sldMk cId="2554328935" sldId="286"/>
            <ac:spMk id="4" creationId="{ABE00972-57DA-E6D9-2998-D1803A30E947}"/>
          </ac:spMkLst>
        </pc:spChg>
        <pc:spChg chg="add mod">
          <ac:chgData name="indumathi Y" userId="cc3afcd586a53142" providerId="LiveId" clId="{CE462C76-627B-4CF1-A75E-965B316BBBA9}" dt="2026-05-05T08:33:27.111" v="690"/>
          <ac:spMkLst>
            <pc:docMk/>
            <pc:sldMk cId="2554328935" sldId="286"/>
            <ac:spMk id="5" creationId="{7B7EEFE3-B396-80F2-5D6E-C58CC44219D1}"/>
          </ac:spMkLst>
        </pc:spChg>
        <pc:picChg chg="add mod">
          <ac:chgData name="indumathi Y" userId="cc3afcd586a53142" providerId="LiveId" clId="{CE462C76-627B-4CF1-A75E-965B316BBBA9}" dt="2026-05-05T08:33:42.655" v="692" actId="1076"/>
          <ac:picMkLst>
            <pc:docMk/>
            <pc:sldMk cId="2554328935" sldId="286"/>
            <ac:picMk id="6" creationId="{2C57398D-0E29-6534-8A55-0530583514CD}"/>
          </ac:picMkLst>
        </pc:picChg>
      </pc:sldChg>
      <pc:sldChg chg="addSp delSp modSp new mod ord">
        <pc:chgData name="indumathi Y" userId="cc3afcd586a53142" providerId="LiveId" clId="{CE462C76-627B-4CF1-A75E-965B316BBBA9}" dt="2026-05-05T09:54:26.578" v="807"/>
        <pc:sldMkLst>
          <pc:docMk/>
          <pc:sldMk cId="2725983097" sldId="287"/>
        </pc:sldMkLst>
        <pc:spChg chg="mod">
          <ac:chgData name="indumathi Y" userId="cc3afcd586a53142" providerId="LiveId" clId="{CE462C76-627B-4CF1-A75E-965B316BBBA9}" dt="2026-05-05T08:36:03.352" v="756" actId="14100"/>
          <ac:spMkLst>
            <pc:docMk/>
            <pc:sldMk cId="2725983097" sldId="287"/>
            <ac:spMk id="2" creationId="{69F49A85-D695-7C8B-2B08-5CAE4948528A}"/>
          </ac:spMkLst>
        </pc:spChg>
        <pc:spChg chg="add del">
          <ac:chgData name="indumathi Y" userId="cc3afcd586a53142" providerId="LiveId" clId="{CE462C76-627B-4CF1-A75E-965B316BBBA9}" dt="2026-05-05T09:45:14.190" v="762" actId="931"/>
          <ac:spMkLst>
            <pc:docMk/>
            <pc:sldMk cId="2725983097" sldId="287"/>
            <ac:spMk id="3" creationId="{54EBA368-CBF9-22C6-8A52-9B840AF6CEDF}"/>
          </ac:spMkLst>
        </pc:spChg>
        <pc:spChg chg="add mod">
          <ac:chgData name="indumathi Y" userId="cc3afcd586a53142" providerId="LiveId" clId="{CE462C76-627B-4CF1-A75E-965B316BBBA9}" dt="2026-05-05T08:35:51.630" v="754"/>
          <ac:spMkLst>
            <pc:docMk/>
            <pc:sldMk cId="2725983097" sldId="287"/>
            <ac:spMk id="4" creationId="{140A880D-B55F-7D07-AAA4-EC62D55B0FED}"/>
          </ac:spMkLst>
        </pc:spChg>
        <pc:spChg chg="add mod">
          <ac:chgData name="indumathi Y" userId="cc3afcd586a53142" providerId="LiveId" clId="{CE462C76-627B-4CF1-A75E-965B316BBBA9}" dt="2026-05-05T08:35:56.633" v="755"/>
          <ac:spMkLst>
            <pc:docMk/>
            <pc:sldMk cId="2725983097" sldId="287"/>
            <ac:spMk id="5" creationId="{1DA7C13E-AC39-59D2-9CCA-E6A7EED88633}"/>
          </ac:spMkLst>
        </pc:spChg>
        <pc:picChg chg="add mod">
          <ac:chgData name="indumathi Y" userId="cc3afcd586a53142" providerId="LiveId" clId="{CE462C76-627B-4CF1-A75E-965B316BBBA9}" dt="2026-05-05T08:36:12.174" v="757"/>
          <ac:picMkLst>
            <pc:docMk/>
            <pc:sldMk cId="2725983097" sldId="287"/>
            <ac:picMk id="6" creationId="{FA79684E-460B-965B-315C-2A6B0765CA31}"/>
          </ac:picMkLst>
        </pc:picChg>
        <pc:picChg chg="add mod ord">
          <ac:chgData name="indumathi Y" userId="cc3afcd586a53142" providerId="LiveId" clId="{CE462C76-627B-4CF1-A75E-965B316BBBA9}" dt="2026-05-05T09:45:34.406" v="766" actId="14100"/>
          <ac:picMkLst>
            <pc:docMk/>
            <pc:sldMk cId="2725983097" sldId="287"/>
            <ac:picMk id="7" creationId="{7034D7C4-E9DA-5983-3CDE-1AE81BE95F5F}"/>
          </ac:picMkLst>
        </pc:picChg>
      </pc:sldChg>
      <pc:sldChg chg="addSp modSp new mod">
        <pc:chgData name="indumathi Y" userId="cc3afcd586a53142" providerId="LiveId" clId="{CE462C76-627B-4CF1-A75E-965B316BBBA9}" dt="2026-05-05T10:07:08.927" v="926" actId="27636"/>
        <pc:sldMkLst>
          <pc:docMk/>
          <pc:sldMk cId="1573257602" sldId="288"/>
        </pc:sldMkLst>
        <pc:spChg chg="mod">
          <ac:chgData name="indumathi Y" userId="cc3afcd586a53142" providerId="LiveId" clId="{CE462C76-627B-4CF1-A75E-965B316BBBA9}" dt="2026-05-05T10:04:50.395" v="899" actId="14100"/>
          <ac:spMkLst>
            <pc:docMk/>
            <pc:sldMk cId="1573257602" sldId="288"/>
            <ac:spMk id="2" creationId="{DA460F8B-EC17-6F32-259A-9C46F3130372}"/>
          </ac:spMkLst>
        </pc:spChg>
        <pc:spChg chg="mod">
          <ac:chgData name="indumathi Y" userId="cc3afcd586a53142" providerId="LiveId" clId="{CE462C76-627B-4CF1-A75E-965B316BBBA9}" dt="2026-05-05T10:07:08.927" v="926" actId="27636"/>
          <ac:spMkLst>
            <pc:docMk/>
            <pc:sldMk cId="1573257602" sldId="288"/>
            <ac:spMk id="3" creationId="{60265F7B-F426-EB78-68C3-04AA86FBE368}"/>
          </ac:spMkLst>
        </pc:spChg>
        <pc:spChg chg="add mod">
          <ac:chgData name="indumathi Y" userId="cc3afcd586a53142" providerId="LiveId" clId="{CE462C76-627B-4CF1-A75E-965B316BBBA9}" dt="2026-05-05T10:04:42.900" v="898" actId="1076"/>
          <ac:spMkLst>
            <pc:docMk/>
            <pc:sldMk cId="1573257602" sldId="288"/>
            <ac:spMk id="4" creationId="{099C6483-9EAA-19D0-374E-C5D74148F6AF}"/>
          </ac:spMkLst>
        </pc:spChg>
        <pc:picChg chg="add mod">
          <ac:chgData name="indumathi Y" userId="cc3afcd586a53142" providerId="LiveId" clId="{CE462C76-627B-4CF1-A75E-965B316BBBA9}" dt="2026-05-05T10:05:00.373" v="900"/>
          <ac:picMkLst>
            <pc:docMk/>
            <pc:sldMk cId="1573257602" sldId="288"/>
            <ac:picMk id="5" creationId="{7320AF31-80EA-E6B7-2AF6-671D255EFD89}"/>
          </ac:picMkLst>
        </pc:picChg>
      </pc:sldChg>
      <pc:sldChg chg="delSp modSp new mod">
        <pc:chgData name="indumathi Y" userId="cc3afcd586a53142" providerId="LiveId" clId="{CE462C76-627B-4CF1-A75E-965B316BBBA9}" dt="2026-05-05T10:07:54.659" v="933" actId="255"/>
        <pc:sldMkLst>
          <pc:docMk/>
          <pc:sldMk cId="3014299810" sldId="289"/>
        </pc:sldMkLst>
        <pc:spChg chg="del">
          <ac:chgData name="indumathi Y" userId="cc3afcd586a53142" providerId="LiveId" clId="{CE462C76-627B-4CF1-A75E-965B316BBBA9}" dt="2026-05-05T10:07:30.175" v="928" actId="478"/>
          <ac:spMkLst>
            <pc:docMk/>
            <pc:sldMk cId="3014299810" sldId="289"/>
            <ac:spMk id="2" creationId="{05832E4D-7B0B-644C-48BB-F497C473AB78}"/>
          </ac:spMkLst>
        </pc:spChg>
        <pc:spChg chg="mod">
          <ac:chgData name="indumathi Y" userId="cc3afcd586a53142" providerId="LiveId" clId="{CE462C76-627B-4CF1-A75E-965B316BBBA9}" dt="2026-05-05T10:07:54.659" v="933" actId="255"/>
          <ac:spMkLst>
            <pc:docMk/>
            <pc:sldMk cId="3014299810" sldId="289"/>
            <ac:spMk id="3" creationId="{3B1BC958-AB43-B859-3596-EE317E159325}"/>
          </ac:spMkLst>
        </pc:spChg>
      </pc:sldChg>
      <pc:sldChg chg="addSp modSp new mod">
        <pc:chgData name="indumathi Y" userId="cc3afcd586a53142" providerId="LiveId" clId="{CE462C76-627B-4CF1-A75E-965B316BBBA9}" dt="2026-05-06T03:52:39.658" v="1887" actId="1036"/>
        <pc:sldMkLst>
          <pc:docMk/>
          <pc:sldMk cId="267274737" sldId="290"/>
        </pc:sldMkLst>
        <pc:spChg chg="mod">
          <ac:chgData name="indumathi Y" userId="cc3afcd586a53142" providerId="LiveId" clId="{CE462C76-627B-4CF1-A75E-965B316BBBA9}" dt="2026-05-06T03:48:54.677" v="1879" actId="14100"/>
          <ac:spMkLst>
            <pc:docMk/>
            <pc:sldMk cId="267274737" sldId="290"/>
            <ac:spMk id="2" creationId="{1D6C59B7-0298-3AED-A857-97C287587150}"/>
          </ac:spMkLst>
        </pc:spChg>
        <pc:spChg chg="mod">
          <ac:chgData name="indumathi Y" userId="cc3afcd586a53142" providerId="LiveId" clId="{CE462C76-627B-4CF1-A75E-965B316BBBA9}" dt="2026-05-06T03:52:22.058" v="1883" actId="20577"/>
          <ac:spMkLst>
            <pc:docMk/>
            <pc:sldMk cId="267274737" sldId="290"/>
            <ac:spMk id="3" creationId="{0693D7E4-8C65-58EF-06A9-DCD7D5930294}"/>
          </ac:spMkLst>
        </pc:spChg>
        <pc:spChg chg="add mod">
          <ac:chgData name="indumathi Y" userId="cc3afcd586a53142" providerId="LiveId" clId="{CE462C76-627B-4CF1-A75E-965B316BBBA9}" dt="2026-05-06T03:48:38.846" v="1878"/>
          <ac:spMkLst>
            <pc:docMk/>
            <pc:sldMk cId="267274737" sldId="290"/>
            <ac:spMk id="4" creationId="{84E12F0B-34E8-EA52-B1D6-B3A644366FB1}"/>
          </ac:spMkLst>
        </pc:spChg>
        <pc:picChg chg="add mod">
          <ac:chgData name="indumathi Y" userId="cc3afcd586a53142" providerId="LiveId" clId="{CE462C76-627B-4CF1-A75E-965B316BBBA9}" dt="2026-05-06T03:49:09.599" v="1881" actId="1076"/>
          <ac:picMkLst>
            <pc:docMk/>
            <pc:sldMk cId="267274737" sldId="290"/>
            <ac:picMk id="5" creationId="{0A636CD1-EC3D-015D-8667-B24EFE6E43F3}"/>
          </ac:picMkLst>
        </pc:picChg>
        <pc:picChg chg="add mod">
          <ac:chgData name="indumathi Y" userId="cc3afcd586a53142" providerId="LiveId" clId="{CE462C76-627B-4CF1-A75E-965B316BBBA9}" dt="2026-05-06T03:52:39.658" v="1887" actId="1036"/>
          <ac:picMkLst>
            <pc:docMk/>
            <pc:sldMk cId="267274737" sldId="290"/>
            <ac:picMk id="7" creationId="{98A4CB4D-86C5-653F-C297-6F505807452F}"/>
          </ac:picMkLst>
        </pc:picChg>
      </pc:sldChg>
      <pc:sldChg chg="addSp delSp modSp new mod">
        <pc:chgData name="indumathi Y" userId="cc3afcd586a53142" providerId="LiveId" clId="{CE462C76-627B-4CF1-A75E-965B316BBBA9}" dt="2026-05-06T03:59:26.496" v="1933" actId="14100"/>
        <pc:sldMkLst>
          <pc:docMk/>
          <pc:sldMk cId="2853875324" sldId="291"/>
        </pc:sldMkLst>
        <pc:spChg chg="mod">
          <ac:chgData name="indumathi Y" userId="cc3afcd586a53142" providerId="LiveId" clId="{CE462C76-627B-4CF1-A75E-965B316BBBA9}" dt="2026-05-06T03:54:29.372" v="1912" actId="14100"/>
          <ac:spMkLst>
            <pc:docMk/>
            <pc:sldMk cId="2853875324" sldId="291"/>
            <ac:spMk id="2" creationId="{4A6FB982-BB6E-816D-E27E-838C9E04C738}"/>
          </ac:spMkLst>
        </pc:spChg>
        <pc:spChg chg="del">
          <ac:chgData name="indumathi Y" userId="cc3afcd586a53142" providerId="LiveId" clId="{CE462C76-627B-4CF1-A75E-965B316BBBA9}" dt="2026-05-06T03:56:58.377" v="1915"/>
          <ac:spMkLst>
            <pc:docMk/>
            <pc:sldMk cId="2853875324" sldId="291"/>
            <ac:spMk id="3" creationId="{82CA2151-E2E3-1BA9-B384-B93D9A0A026B}"/>
          </ac:spMkLst>
        </pc:spChg>
        <pc:spChg chg="add mod">
          <ac:chgData name="indumathi Y" userId="cc3afcd586a53142" providerId="LiveId" clId="{CE462C76-627B-4CF1-A75E-965B316BBBA9}" dt="2026-05-06T03:54:23.371" v="1911"/>
          <ac:spMkLst>
            <pc:docMk/>
            <pc:sldMk cId="2853875324" sldId="291"/>
            <ac:spMk id="4" creationId="{E4799686-32F9-B23D-ED1C-2BC3ED5870CF}"/>
          </ac:spMkLst>
        </pc:spChg>
        <pc:picChg chg="add mod">
          <ac:chgData name="indumathi Y" userId="cc3afcd586a53142" providerId="LiveId" clId="{CE462C76-627B-4CF1-A75E-965B316BBBA9}" dt="2026-05-06T03:54:44.377" v="1914" actId="1076"/>
          <ac:picMkLst>
            <pc:docMk/>
            <pc:sldMk cId="2853875324" sldId="291"/>
            <ac:picMk id="5" creationId="{1881CD74-2AD4-F9A6-6581-2DA1885BC0A2}"/>
          </ac:picMkLst>
        </pc:picChg>
        <pc:picChg chg="add mod">
          <ac:chgData name="indumathi Y" userId="cc3afcd586a53142" providerId="LiveId" clId="{CE462C76-627B-4CF1-A75E-965B316BBBA9}" dt="2026-05-06T03:59:09.311" v="1929" actId="14100"/>
          <ac:picMkLst>
            <pc:docMk/>
            <pc:sldMk cId="2853875324" sldId="291"/>
            <ac:picMk id="6" creationId="{39AFD75D-3FCA-F885-09C5-A30912A58CE6}"/>
          </ac:picMkLst>
        </pc:picChg>
        <pc:picChg chg="add mod">
          <ac:chgData name="indumathi Y" userId="cc3afcd586a53142" providerId="LiveId" clId="{CE462C76-627B-4CF1-A75E-965B316BBBA9}" dt="2026-05-06T03:59:20.966" v="1931" actId="14100"/>
          <ac:picMkLst>
            <pc:docMk/>
            <pc:sldMk cId="2853875324" sldId="291"/>
            <ac:picMk id="7" creationId="{83D744CD-12A5-7F71-F5BE-0A2FCCACB62D}"/>
          </ac:picMkLst>
        </pc:picChg>
        <pc:picChg chg="add mod">
          <ac:chgData name="indumathi Y" userId="cc3afcd586a53142" providerId="LiveId" clId="{CE462C76-627B-4CF1-A75E-965B316BBBA9}" dt="2026-05-06T03:59:26.496" v="1933" actId="14100"/>
          <ac:picMkLst>
            <pc:docMk/>
            <pc:sldMk cId="2853875324" sldId="291"/>
            <ac:picMk id="8" creationId="{5FFC589C-651C-0A5D-A240-A2868D393A77}"/>
          </ac:picMkLst>
        </pc:picChg>
      </pc:sldChg>
      <pc:sldChg chg="addSp delSp modSp new mod">
        <pc:chgData name="indumathi Y" userId="cc3afcd586a53142" providerId="LiveId" clId="{CE462C76-627B-4CF1-A75E-965B316BBBA9}" dt="2026-05-06T04:13:04.329" v="1966" actId="14100"/>
        <pc:sldMkLst>
          <pc:docMk/>
          <pc:sldMk cId="2561588271" sldId="292"/>
        </pc:sldMkLst>
        <pc:spChg chg="mod">
          <ac:chgData name="indumathi Y" userId="cc3afcd586a53142" providerId="LiveId" clId="{CE462C76-627B-4CF1-A75E-965B316BBBA9}" dt="2026-05-06T04:08:30.174" v="1954" actId="14100"/>
          <ac:spMkLst>
            <pc:docMk/>
            <pc:sldMk cId="2561588271" sldId="292"/>
            <ac:spMk id="2" creationId="{E5AFAEE4-165A-1968-D1EA-790BD6F589AE}"/>
          </ac:spMkLst>
        </pc:spChg>
        <pc:spChg chg="del">
          <ac:chgData name="indumathi Y" userId="cc3afcd586a53142" providerId="LiveId" clId="{CE462C76-627B-4CF1-A75E-965B316BBBA9}" dt="2026-05-06T04:09:02.684" v="1957" actId="478"/>
          <ac:spMkLst>
            <pc:docMk/>
            <pc:sldMk cId="2561588271" sldId="292"/>
            <ac:spMk id="3" creationId="{21506208-5A7C-5FCF-D646-A6452FA3CF2F}"/>
          </ac:spMkLst>
        </pc:spChg>
        <pc:spChg chg="add mod">
          <ac:chgData name="indumathi Y" userId="cc3afcd586a53142" providerId="LiveId" clId="{CE462C76-627B-4CF1-A75E-965B316BBBA9}" dt="2026-05-06T04:08:22.937" v="1953"/>
          <ac:spMkLst>
            <pc:docMk/>
            <pc:sldMk cId="2561588271" sldId="292"/>
            <ac:spMk id="4" creationId="{90D31EAB-3204-ECAD-08C5-DE9AFBA7C1FF}"/>
          </ac:spMkLst>
        </pc:spChg>
        <pc:picChg chg="add mod">
          <ac:chgData name="indumathi Y" userId="cc3afcd586a53142" providerId="LiveId" clId="{CE462C76-627B-4CF1-A75E-965B316BBBA9}" dt="2026-05-06T04:08:43.960" v="1955"/>
          <ac:picMkLst>
            <pc:docMk/>
            <pc:sldMk cId="2561588271" sldId="292"/>
            <ac:picMk id="5" creationId="{3A9F862C-CA42-5D0E-DDAA-DC96FC1F2E06}"/>
          </ac:picMkLst>
        </pc:picChg>
        <pc:picChg chg="add del mod">
          <ac:chgData name="indumathi Y" userId="cc3afcd586a53142" providerId="LiveId" clId="{CE462C76-627B-4CF1-A75E-965B316BBBA9}" dt="2026-05-06T04:12:32.253" v="1959" actId="478"/>
          <ac:picMkLst>
            <pc:docMk/>
            <pc:sldMk cId="2561588271" sldId="292"/>
            <ac:picMk id="6" creationId="{C8EA93CD-FEBB-B779-4B24-3442B7BB03FC}"/>
          </ac:picMkLst>
        </pc:picChg>
        <pc:picChg chg="add mod">
          <ac:chgData name="indumathi Y" userId="cc3afcd586a53142" providerId="LiveId" clId="{CE462C76-627B-4CF1-A75E-965B316BBBA9}" dt="2026-05-06T04:13:04.329" v="1966" actId="14100"/>
          <ac:picMkLst>
            <pc:docMk/>
            <pc:sldMk cId="2561588271" sldId="292"/>
            <ac:picMk id="8" creationId="{14871E60-B349-4991-870B-739AA752E9E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C5E8A5-DAF0-4F2F-9936-4A492B66CCC8}" type="datetimeFigureOut">
              <a:rPr lang="en-IN" smtClean="0"/>
              <a:t>06-05-2026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EA49DC-A249-4C5D-9424-C656760AABFA}" type="slidenum">
              <a:rPr lang="en-IN" smtClean="0"/>
              <a:t>‹#›</a:t>
            </a:fld>
            <a:endParaRPr lang="en-IN"/>
          </a:p>
        </p:txBody>
      </p:sp>
    </p:spTree>
    <p:extLst>
      <p:ext uri="{BB962C8B-B14F-4D97-AF65-F5344CB8AC3E}">
        <p14:creationId xmlns:p14="http://schemas.microsoft.com/office/powerpoint/2010/main" val="20660331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26F907C-3CE1-4D39-8B49-D555B7690ABB}"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609C5F-4D86-4102-B695-012C52F28B33}" type="slidenum">
              <a:rPr lang="en-US" smtClean="0"/>
              <a:t>‹#›</a:t>
            </a:fld>
            <a:endParaRPr lang="en-US"/>
          </a:p>
        </p:txBody>
      </p:sp>
    </p:spTree>
    <p:extLst>
      <p:ext uri="{BB962C8B-B14F-4D97-AF65-F5344CB8AC3E}">
        <p14:creationId xmlns:p14="http://schemas.microsoft.com/office/powerpoint/2010/main" val="26792410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26F907C-3CE1-4D39-8B49-D555B7690ABB}"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609C5F-4D86-4102-B695-012C52F28B33}" type="slidenum">
              <a:rPr lang="en-US" smtClean="0"/>
              <a:t>‹#›</a:t>
            </a:fld>
            <a:endParaRPr lang="en-US"/>
          </a:p>
        </p:txBody>
      </p:sp>
    </p:spTree>
    <p:extLst>
      <p:ext uri="{BB962C8B-B14F-4D97-AF65-F5344CB8AC3E}">
        <p14:creationId xmlns:p14="http://schemas.microsoft.com/office/powerpoint/2010/main" val="6579995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26F907C-3CE1-4D39-8B49-D555B7690ABB}"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609C5F-4D86-4102-B695-012C52F28B33}" type="slidenum">
              <a:rPr lang="en-US" smtClean="0"/>
              <a:t>‹#›</a:t>
            </a:fld>
            <a:endParaRPr lang="en-US"/>
          </a:p>
        </p:txBody>
      </p:sp>
    </p:spTree>
    <p:extLst>
      <p:ext uri="{BB962C8B-B14F-4D97-AF65-F5344CB8AC3E}">
        <p14:creationId xmlns:p14="http://schemas.microsoft.com/office/powerpoint/2010/main" val="13844964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26F907C-3CE1-4D39-8B49-D555B7690ABB}"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609C5F-4D86-4102-B695-012C52F28B33}" type="slidenum">
              <a:rPr lang="en-US" smtClean="0"/>
              <a:t>‹#›</a:t>
            </a:fld>
            <a:endParaRPr lang="en-US"/>
          </a:p>
        </p:txBody>
      </p:sp>
    </p:spTree>
    <p:extLst>
      <p:ext uri="{BB962C8B-B14F-4D97-AF65-F5344CB8AC3E}">
        <p14:creationId xmlns:p14="http://schemas.microsoft.com/office/powerpoint/2010/main" val="9677715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26F907C-3CE1-4D39-8B49-D555B7690ABB}" type="datetimeFigureOut">
              <a:rPr lang="en-US" smtClean="0"/>
              <a:t>5/6/2026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D609C5F-4D86-4102-B695-012C52F28B33}" type="slidenum">
              <a:rPr lang="en-US" smtClean="0"/>
              <a:t>‹#›</a:t>
            </a:fld>
            <a:endParaRPr lang="en-US"/>
          </a:p>
        </p:txBody>
      </p:sp>
    </p:spTree>
    <p:extLst>
      <p:ext uri="{BB962C8B-B14F-4D97-AF65-F5344CB8AC3E}">
        <p14:creationId xmlns:p14="http://schemas.microsoft.com/office/powerpoint/2010/main" val="10234968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26F907C-3CE1-4D39-8B49-D555B7690ABB}" type="datetimeFigureOut">
              <a:rPr lang="en-US" smtClean="0"/>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D609C5F-4D86-4102-B695-012C52F28B33}" type="slidenum">
              <a:rPr lang="en-US" smtClean="0"/>
              <a:t>‹#›</a:t>
            </a:fld>
            <a:endParaRPr lang="en-US"/>
          </a:p>
        </p:txBody>
      </p:sp>
    </p:spTree>
    <p:extLst>
      <p:ext uri="{BB962C8B-B14F-4D97-AF65-F5344CB8AC3E}">
        <p14:creationId xmlns:p14="http://schemas.microsoft.com/office/powerpoint/2010/main" val="18281815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26F907C-3CE1-4D39-8B49-D555B7690ABB}" type="datetimeFigureOut">
              <a:rPr lang="en-US" smtClean="0"/>
              <a:t>5/6/2026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D609C5F-4D86-4102-B695-012C52F28B33}" type="slidenum">
              <a:rPr lang="en-US" smtClean="0"/>
              <a:t>‹#›</a:t>
            </a:fld>
            <a:endParaRPr lang="en-US"/>
          </a:p>
        </p:txBody>
      </p:sp>
    </p:spTree>
    <p:extLst>
      <p:ext uri="{BB962C8B-B14F-4D97-AF65-F5344CB8AC3E}">
        <p14:creationId xmlns:p14="http://schemas.microsoft.com/office/powerpoint/2010/main" val="14702718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26F907C-3CE1-4D39-8B49-D555B7690ABB}"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609C5F-4D86-4102-B695-012C52F28B33}" type="slidenum">
              <a:rPr lang="en-US" smtClean="0"/>
              <a:t>‹#›</a:t>
            </a:fld>
            <a:endParaRPr lang="en-US"/>
          </a:p>
        </p:txBody>
      </p:sp>
    </p:spTree>
    <p:extLst>
      <p:ext uri="{BB962C8B-B14F-4D97-AF65-F5344CB8AC3E}">
        <p14:creationId xmlns:p14="http://schemas.microsoft.com/office/powerpoint/2010/main" val="5649175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26F907C-3CE1-4D39-8B49-D555B7690ABB}"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609C5F-4D86-4102-B695-012C52F28B33}" type="slidenum">
              <a:rPr lang="en-US" smtClean="0"/>
              <a:t>‹#›</a:t>
            </a:fld>
            <a:endParaRPr lang="en-US"/>
          </a:p>
        </p:txBody>
      </p:sp>
    </p:spTree>
    <p:extLst>
      <p:ext uri="{BB962C8B-B14F-4D97-AF65-F5344CB8AC3E}">
        <p14:creationId xmlns:p14="http://schemas.microsoft.com/office/powerpoint/2010/main" val="126159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26F907C-3CE1-4D39-8B49-D555B7690ABB}"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609C5F-4D86-4102-B695-012C52F28B33}" type="slidenum">
              <a:rPr lang="en-US" smtClean="0"/>
              <a:t>‹#›</a:t>
            </a:fld>
            <a:endParaRPr lang="en-US"/>
          </a:p>
        </p:txBody>
      </p:sp>
    </p:spTree>
    <p:extLst>
      <p:ext uri="{BB962C8B-B14F-4D97-AF65-F5344CB8AC3E}">
        <p14:creationId xmlns:p14="http://schemas.microsoft.com/office/powerpoint/2010/main" val="3842638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26F907C-3CE1-4D39-8B49-D555B7690ABB}"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609C5F-4D86-4102-B695-012C52F28B33}" type="slidenum">
              <a:rPr lang="en-US" smtClean="0"/>
              <a:t>‹#›</a:t>
            </a:fld>
            <a:endParaRPr lang="en-US"/>
          </a:p>
        </p:txBody>
      </p:sp>
    </p:spTree>
    <p:extLst>
      <p:ext uri="{BB962C8B-B14F-4D97-AF65-F5344CB8AC3E}">
        <p14:creationId xmlns:p14="http://schemas.microsoft.com/office/powerpoint/2010/main" val="3352040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6F907C-3CE1-4D39-8B49-D555B7690ABB}" type="datetimeFigureOut">
              <a:rPr lang="en-US" smtClean="0"/>
              <a:t>5/6/2026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609C5F-4D86-4102-B695-012C52F28B33}" type="slidenum">
              <a:rPr lang="en-US" smtClean="0"/>
              <a:t>‹#›</a:t>
            </a:fld>
            <a:endParaRPr lang="en-US"/>
          </a:p>
        </p:txBody>
      </p:sp>
    </p:spTree>
    <p:extLst>
      <p:ext uri="{BB962C8B-B14F-4D97-AF65-F5344CB8AC3E}">
        <p14:creationId xmlns:p14="http://schemas.microsoft.com/office/powerpoint/2010/main" val="26610590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image" Target="../media/image7.jpeg"/></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9774" y="111125"/>
            <a:ext cx="9864026" cy="1579563"/>
          </a:xfrm>
        </p:spPr>
        <p:txBody>
          <a:bodyPr>
            <a:normAutofit fontScale="90000"/>
          </a:bodyPr>
          <a:lstStyle/>
          <a:p>
            <a:r>
              <a:rPr lang="en-US" sz="3600" dirty="0"/>
              <a:t>                       </a:t>
            </a:r>
            <a:br>
              <a:rPr lang="en-US" sz="3600" dirty="0">
                <a:latin typeface="Adobe Devanagari" panose="02040503050201020203" pitchFamily="18" charset="0"/>
                <a:cs typeface="Adobe Devanagari" panose="02040503050201020203" pitchFamily="18" charset="0"/>
              </a:rPr>
            </a:br>
            <a:r>
              <a:rPr lang="en-US" sz="4000" dirty="0">
                <a:latin typeface="Times New Roman" panose="02020603050405020304" pitchFamily="18" charset="0"/>
                <a:cs typeface="Times New Roman" panose="02020603050405020304" pitchFamily="18" charset="0"/>
              </a:rPr>
              <a:t>Hyperlocal Urban Heat &amp;Vulnerability Mapping</a:t>
            </a:r>
            <a:br>
              <a:rPr lang="en-US" sz="4000" dirty="0">
                <a:latin typeface="Times New Roman" panose="02020603050405020304" pitchFamily="18" charset="0"/>
                <a:cs typeface="Times New Roman" panose="02020603050405020304" pitchFamily="18" charset="0"/>
              </a:rPr>
            </a:br>
            <a:r>
              <a:rPr lang="en-US" sz="4000" dirty="0">
                <a:latin typeface="Times New Roman" panose="02020603050405020304" pitchFamily="18" charset="0"/>
                <a:cs typeface="Times New Roman" panose="02020603050405020304" pitchFamily="18" charset="0"/>
              </a:rPr>
              <a:t>                              and Alert</a:t>
            </a:r>
            <a:br>
              <a:rPr lang="en-US" sz="3600" dirty="0">
                <a:latin typeface="Times New Roman" panose="02020603050405020304" pitchFamily="18" charset="0"/>
                <a:cs typeface="Times New Roman" panose="02020603050405020304" pitchFamily="18" charset="0"/>
              </a:rPr>
            </a:br>
            <a:br>
              <a:rPr lang="en-US" sz="3600" dirty="0">
                <a:latin typeface="Times New Roman" panose="02020603050405020304" pitchFamily="18" charset="0"/>
                <a:cs typeface="Times New Roman" panose="02020603050405020304" pitchFamily="18" charset="0"/>
              </a:rPr>
            </a:b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lvl="0" indent="0">
              <a:lnSpc>
                <a:spcPct val="80000"/>
              </a:lnSpc>
              <a:spcBef>
                <a:spcPts val="0"/>
              </a:spcBef>
              <a:buClr>
                <a:schemeClr val="dk1"/>
              </a:buClr>
              <a:buSzPts val="1600"/>
              <a:buNone/>
            </a:pPr>
            <a:r>
              <a:rPr lang="en-US" sz="4000" b="1" dirty="0"/>
              <a:t>                             </a:t>
            </a:r>
            <a:r>
              <a:rPr lang="en-US" sz="2400" b="1" dirty="0">
                <a:solidFill>
                  <a:schemeClr val="dk1"/>
                </a:solidFill>
                <a:latin typeface="Times New Roman"/>
                <a:ea typeface="Times New Roman"/>
                <a:cs typeface="Times New Roman"/>
                <a:sym typeface="Times New Roman"/>
              </a:rPr>
              <a:t>PROJECT MEMBERS</a:t>
            </a:r>
          </a:p>
          <a:p>
            <a:pPr marL="0" lvl="0" indent="0">
              <a:lnSpc>
                <a:spcPct val="80000"/>
              </a:lnSpc>
              <a:spcBef>
                <a:spcPts val="0"/>
              </a:spcBef>
              <a:buClr>
                <a:schemeClr val="dk1"/>
              </a:buClr>
              <a:buSzPts val="1600"/>
              <a:buNone/>
            </a:pPr>
            <a:endParaRPr lang="en-US" sz="2400" b="1" dirty="0">
              <a:solidFill>
                <a:schemeClr val="dk1"/>
              </a:solidFill>
              <a:latin typeface="Times New Roman"/>
              <a:ea typeface="Times New Roman"/>
              <a:cs typeface="Times New Roman"/>
              <a:sym typeface="Times New Roman"/>
            </a:endParaRPr>
          </a:p>
          <a:p>
            <a:pPr marL="0" lvl="0" indent="0" algn="ctr">
              <a:lnSpc>
                <a:spcPct val="80000"/>
              </a:lnSpc>
              <a:spcBef>
                <a:spcPts val="0"/>
              </a:spcBef>
              <a:buClr>
                <a:schemeClr val="dk1"/>
              </a:buClr>
              <a:buSzPts val="1600"/>
              <a:buNone/>
            </a:pPr>
            <a:r>
              <a:rPr lang="en-US" sz="1800" dirty="0">
                <a:solidFill>
                  <a:schemeClr val="dk1"/>
                </a:solidFill>
                <a:latin typeface="Times New Roman"/>
                <a:cs typeface="Times New Roman"/>
                <a:sym typeface="Times New Roman"/>
              </a:rPr>
              <a:t>DEEPIKA B                                                511522205010</a:t>
            </a:r>
            <a:endParaRPr lang="en-US" sz="1800" dirty="0"/>
          </a:p>
          <a:p>
            <a:pPr marL="0" indent="0" algn="ctr">
              <a:buNone/>
            </a:pPr>
            <a:r>
              <a:rPr lang="en-US" sz="1800" dirty="0">
                <a:solidFill>
                  <a:schemeClr val="dk1"/>
                </a:solidFill>
                <a:latin typeface="Times New Roman"/>
                <a:cs typeface="Times New Roman"/>
                <a:sym typeface="Times New Roman"/>
              </a:rPr>
              <a:t>INDUMATHI Y                                          511522205020 </a:t>
            </a:r>
          </a:p>
          <a:p>
            <a:pPr marL="0" indent="0" algn="ctr">
              <a:buNone/>
            </a:pPr>
            <a:r>
              <a:rPr lang="en-US" sz="1800" dirty="0">
                <a:solidFill>
                  <a:schemeClr val="dk1"/>
                </a:solidFill>
                <a:latin typeface="Times New Roman"/>
                <a:cs typeface="Times New Roman"/>
                <a:sym typeface="Times New Roman"/>
              </a:rPr>
              <a:t>LAKSHANA K                                           511522205027</a:t>
            </a:r>
          </a:p>
          <a:p>
            <a:pPr marL="0" indent="0" algn="ctr">
              <a:buNone/>
            </a:pPr>
            <a:r>
              <a:rPr lang="en-US" sz="1800" dirty="0">
                <a:solidFill>
                  <a:schemeClr val="dk1"/>
                </a:solidFill>
                <a:latin typeface="Times New Roman"/>
                <a:cs typeface="Times New Roman"/>
                <a:sym typeface="Times New Roman"/>
              </a:rPr>
              <a:t>THAMIZHILAKKIYA R                          </a:t>
            </a:r>
            <a:r>
              <a:rPr lang="en-US" sz="1500" b="1" dirty="0">
                <a:solidFill>
                  <a:schemeClr val="dk1"/>
                </a:solidFill>
                <a:latin typeface="Times New Roman"/>
                <a:cs typeface="Times New Roman"/>
                <a:sym typeface="Times New Roman"/>
              </a:rPr>
              <a:t> </a:t>
            </a:r>
            <a:r>
              <a:rPr lang="en-US" sz="1800" dirty="0">
                <a:solidFill>
                  <a:schemeClr val="dk1"/>
                </a:solidFill>
                <a:latin typeface="Times New Roman"/>
                <a:cs typeface="Times New Roman"/>
                <a:sym typeface="Times New Roman"/>
              </a:rPr>
              <a:t> 511522205054</a:t>
            </a:r>
          </a:p>
          <a:p>
            <a:pPr lvl="0">
              <a:lnSpc>
                <a:spcPct val="80000"/>
              </a:lnSpc>
              <a:buClr>
                <a:schemeClr val="dk1"/>
              </a:buClr>
              <a:buSzPts val="1600"/>
            </a:pPr>
            <a:endParaRPr lang="en-US" sz="1600" b="1" dirty="0">
              <a:solidFill>
                <a:schemeClr val="dk1"/>
              </a:solidFill>
              <a:latin typeface="Times New Roman"/>
              <a:ea typeface="Times New Roman"/>
              <a:cs typeface="Times New Roman"/>
              <a:sym typeface="Times New Roman"/>
            </a:endParaRPr>
          </a:p>
          <a:p>
            <a:pPr lvl="0">
              <a:lnSpc>
                <a:spcPct val="80000"/>
              </a:lnSpc>
              <a:buClr>
                <a:schemeClr val="dk1"/>
              </a:buClr>
              <a:buSzPts val="1600"/>
            </a:pPr>
            <a:endParaRPr lang="en-US" sz="1600" b="1" dirty="0">
              <a:solidFill>
                <a:schemeClr val="dk1"/>
              </a:solidFill>
              <a:latin typeface="Times New Roman"/>
              <a:ea typeface="Times New Roman"/>
              <a:cs typeface="Times New Roman"/>
              <a:sym typeface="Times New Roman"/>
            </a:endParaRPr>
          </a:p>
          <a:p>
            <a:pPr marL="0" lvl="0" indent="0" algn="ctr">
              <a:lnSpc>
                <a:spcPct val="80000"/>
              </a:lnSpc>
              <a:buClr>
                <a:schemeClr val="dk1"/>
              </a:buClr>
              <a:buSzPts val="1600"/>
              <a:buNone/>
            </a:pPr>
            <a:r>
              <a:rPr lang="en-US" sz="1600" b="1" dirty="0">
                <a:solidFill>
                  <a:schemeClr val="dk1"/>
                </a:solidFill>
                <a:latin typeface="Times New Roman"/>
                <a:ea typeface="Times New Roman"/>
                <a:cs typeface="Times New Roman"/>
                <a:sym typeface="Times New Roman"/>
              </a:rPr>
              <a:t>     </a:t>
            </a:r>
            <a:r>
              <a:rPr lang="en-US" sz="1800" b="1" dirty="0">
                <a:solidFill>
                  <a:schemeClr val="dk1"/>
                </a:solidFill>
                <a:latin typeface="Times New Roman"/>
                <a:ea typeface="Times New Roman"/>
                <a:cs typeface="Times New Roman"/>
                <a:sym typeface="Times New Roman"/>
              </a:rPr>
              <a:t>PROJECT COORDINATOR                                           </a:t>
            </a:r>
            <a:r>
              <a:rPr lang="en-US" sz="1800" b="1" dirty="0">
                <a:latin typeface="Times New Roman" pitchFamily="18" charset="0"/>
                <a:cs typeface="Times New Roman" pitchFamily="18" charset="0"/>
              </a:rPr>
              <a:t>PROJECT SUPERVISOR        </a:t>
            </a:r>
            <a:endParaRPr lang="en-US" sz="1800" b="1" dirty="0">
              <a:solidFill>
                <a:schemeClr val="dk1"/>
              </a:solidFill>
              <a:latin typeface="Times New Roman"/>
              <a:cs typeface="Times New Roman"/>
              <a:sym typeface="Times New Roman"/>
            </a:endParaRPr>
          </a:p>
          <a:p>
            <a:pPr marL="0" lvl="0" indent="0" algn="ctr">
              <a:lnSpc>
                <a:spcPct val="80000"/>
              </a:lnSpc>
              <a:buClr>
                <a:schemeClr val="dk1"/>
              </a:buClr>
              <a:buSzPts val="1600"/>
              <a:buNone/>
            </a:pPr>
            <a:r>
              <a:rPr lang="en-US" sz="1800" b="1" dirty="0">
                <a:solidFill>
                  <a:schemeClr val="dk1"/>
                </a:solidFill>
                <a:latin typeface="Times New Roman"/>
                <a:ea typeface="Times New Roman"/>
                <a:cs typeface="Times New Roman"/>
                <a:sym typeface="Times New Roman"/>
              </a:rPr>
              <a:t> KAMALANATHAN   E                                                    KAMALANATHAN   E </a:t>
            </a:r>
            <a:endParaRPr lang="en-US" sz="1800" b="1" dirty="0">
              <a:latin typeface="Times New Roman" pitchFamily="18" charset="0"/>
              <a:cs typeface="Times New Roman" pitchFamily="18" charset="0"/>
              <a:sym typeface="Times New Roman"/>
            </a:endParaRPr>
          </a:p>
          <a:p>
            <a:pPr marL="0" lvl="0" indent="0" algn="ctr">
              <a:lnSpc>
                <a:spcPct val="80000"/>
              </a:lnSpc>
              <a:spcBef>
                <a:spcPts val="575"/>
              </a:spcBef>
              <a:buClr>
                <a:schemeClr val="dk1"/>
              </a:buClr>
              <a:buSzPts val="1600"/>
              <a:buNone/>
            </a:pPr>
            <a:r>
              <a:rPr lang="en-US" sz="1400" b="1" dirty="0">
                <a:solidFill>
                  <a:schemeClr val="dk1"/>
                </a:solidFill>
                <a:latin typeface="Times New Roman" pitchFamily="18" charset="0"/>
                <a:cs typeface="Times New Roman" pitchFamily="18" charset="0"/>
                <a:sym typeface="Times New Roman"/>
              </a:rPr>
              <a:t>                   </a:t>
            </a:r>
            <a:r>
              <a:rPr lang="en-US" sz="1100" b="1" dirty="0">
                <a:solidFill>
                  <a:schemeClr val="dk1"/>
                </a:solidFill>
                <a:latin typeface="Times New Roman" pitchFamily="18" charset="0"/>
                <a:cs typeface="Times New Roman" pitchFamily="18" charset="0"/>
                <a:sym typeface="Times New Roman"/>
              </a:rPr>
              <a:t>ASSISTANT PROFESSOR &amp; HEAD IN-CHARGE                                                               ASSISTANT PROFESSOR &amp; HEAD IN-CHARGE</a:t>
            </a:r>
            <a:endParaRPr lang="en-US" sz="1100" b="1" dirty="0">
              <a:latin typeface="Times New Roman" pitchFamily="18" charset="0"/>
              <a:cs typeface="Times New Roman" pitchFamily="18" charset="0"/>
              <a:sym typeface="Times New Roman"/>
            </a:endParaRPr>
          </a:p>
          <a:p>
            <a:pPr marL="0" indent="0">
              <a:lnSpc>
                <a:spcPct val="80000"/>
              </a:lnSpc>
              <a:spcBef>
                <a:spcPts val="575"/>
              </a:spcBef>
              <a:buClr>
                <a:schemeClr val="dk1"/>
              </a:buClr>
              <a:buSzPts val="1600"/>
              <a:buNone/>
            </a:pPr>
            <a:r>
              <a:rPr lang="en-US" sz="1100" b="1" dirty="0">
                <a:solidFill>
                  <a:schemeClr val="dk1"/>
                </a:solidFill>
                <a:latin typeface="Times New Roman" pitchFamily="18" charset="0"/>
                <a:ea typeface="Times New Roman"/>
                <a:cs typeface="Times New Roman" pitchFamily="18" charset="0"/>
                <a:sym typeface="Times New Roman"/>
              </a:rPr>
              <a:t>                                        Dept. of  IT.                                                                                                                                   Dept. of  IT.</a:t>
            </a:r>
            <a:r>
              <a:rPr lang="en-US" sz="1100" b="1" dirty="0">
                <a:solidFill>
                  <a:schemeClr val="dk1"/>
                </a:solidFill>
                <a:latin typeface="Times New Roman" pitchFamily="18" charset="0"/>
                <a:cs typeface="Times New Roman" pitchFamily="18" charset="0"/>
                <a:sym typeface="Times New Roman"/>
              </a:rPr>
              <a:t>       </a:t>
            </a:r>
          </a:p>
          <a:p>
            <a:pPr marL="0" lvl="0" indent="0" algn="ctr">
              <a:lnSpc>
                <a:spcPct val="80000"/>
              </a:lnSpc>
              <a:spcBef>
                <a:spcPts val="575"/>
              </a:spcBef>
              <a:buClr>
                <a:schemeClr val="dk1"/>
              </a:buClr>
              <a:buSzPts val="1600"/>
              <a:buNone/>
            </a:pPr>
            <a:r>
              <a:rPr lang="en-US" sz="1100" b="1" dirty="0">
                <a:solidFill>
                  <a:schemeClr val="dk1"/>
                </a:solidFill>
                <a:latin typeface="Times New Roman" pitchFamily="18" charset="0"/>
                <a:cs typeface="Times New Roman" pitchFamily="18" charset="0"/>
                <a:sym typeface="Times New Roman"/>
              </a:rPr>
              <a:t> </a:t>
            </a:r>
          </a:p>
          <a:p>
            <a:pPr marL="0" indent="0">
              <a:buNone/>
            </a:pPr>
            <a:endParaRPr lang="en-US" sz="1800" dirty="0"/>
          </a:p>
        </p:txBody>
      </p:sp>
      <p:pic>
        <p:nvPicPr>
          <p:cNvPr id="8" name="Picture 7"/>
          <p:cNvPicPr/>
          <p:nvPr/>
        </p:nvPicPr>
        <p:blipFill>
          <a:blip r:embed="rId2">
            <a:extLst>
              <a:ext uri="{28A0092B-C50C-407E-A947-70E740481C1C}">
                <a14:useLocalDpi xmlns:a14="http://schemas.microsoft.com/office/drawing/2010/main" val="0"/>
              </a:ext>
            </a:extLst>
          </a:blip>
          <a:srcRect/>
          <a:stretch>
            <a:fillRect/>
          </a:stretch>
        </p:blipFill>
        <p:spPr bwMode="auto">
          <a:xfrm>
            <a:off x="186626" y="111125"/>
            <a:ext cx="1303148" cy="1294226"/>
          </a:xfrm>
          <a:prstGeom prst="rect">
            <a:avLst/>
          </a:prstGeom>
          <a:noFill/>
          <a:ln>
            <a:noFill/>
          </a:ln>
        </p:spPr>
      </p:pic>
      <p:sp>
        <p:nvSpPr>
          <p:cNvPr id="4" name="Google Shape;170;p1">
            <a:extLst>
              <a:ext uri="{FF2B5EF4-FFF2-40B4-BE49-F238E27FC236}">
                <a16:creationId xmlns:a16="http://schemas.microsoft.com/office/drawing/2014/main" id="{F872553B-F71B-4918-2D4E-2F66881A3767}"/>
              </a:ext>
            </a:extLst>
          </p:cNvPr>
          <p:cNvSpPr/>
          <p:nvPr/>
        </p:nvSpPr>
        <p:spPr>
          <a:xfrm>
            <a:off x="-1863524" y="1210491"/>
            <a:ext cx="15915189" cy="615134"/>
          </a:xfrm>
          <a:prstGeom prst="mathMinus">
            <a:avLst>
              <a:gd name="adj1" fmla="val 23520"/>
            </a:avLst>
          </a:prstGeom>
          <a:solidFill>
            <a:srgbClr val="4B4B4B"/>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6108241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F30A0-15CC-DB3B-20CB-01C48F758936}"/>
              </a:ext>
            </a:extLst>
          </p:cNvPr>
          <p:cNvSpPr>
            <a:spLocks noGrp="1"/>
          </p:cNvSpPr>
          <p:nvPr>
            <p:ph type="title"/>
          </p:nvPr>
        </p:nvSpPr>
        <p:spPr>
          <a:xfrm>
            <a:off x="138545" y="0"/>
            <a:ext cx="10965873" cy="1325563"/>
          </a:xfrm>
        </p:spPr>
        <p:txBody>
          <a:bodyPr>
            <a:normAutofit/>
          </a:bodyPr>
          <a:lstStyle/>
          <a:p>
            <a:r>
              <a:rPr lang="en-IN" sz="4000" b="1" dirty="0">
                <a:latin typeface="Times New Roman" panose="02020603050405020304" pitchFamily="18" charset="0"/>
                <a:cs typeface="Times New Roman" panose="02020603050405020304" pitchFamily="18" charset="0"/>
              </a:rPr>
              <a:t>Introduction</a:t>
            </a:r>
            <a:r>
              <a:rPr lang="en-IN" sz="4000" dirty="0"/>
              <a:t> </a:t>
            </a:r>
          </a:p>
        </p:txBody>
      </p:sp>
      <p:sp>
        <p:nvSpPr>
          <p:cNvPr id="3" name="Content Placeholder 2">
            <a:extLst>
              <a:ext uri="{FF2B5EF4-FFF2-40B4-BE49-F238E27FC236}">
                <a16:creationId xmlns:a16="http://schemas.microsoft.com/office/drawing/2014/main" id="{F4031678-E95F-9F3F-630C-3461271499E1}"/>
              </a:ext>
            </a:extLst>
          </p:cNvPr>
          <p:cNvSpPr>
            <a:spLocks noGrp="1"/>
          </p:cNvSpPr>
          <p:nvPr>
            <p:ph idx="1"/>
          </p:nvPr>
        </p:nvSpPr>
        <p:spPr/>
        <p:txBody>
          <a:bodyPr>
            <a:normAutofit/>
          </a:bodyPr>
          <a:lstStyle/>
          <a:p>
            <a:pPr marL="0" indent="0">
              <a:lnSpc>
                <a:spcPct val="100000"/>
              </a:lnSpc>
              <a:buNone/>
            </a:pPr>
            <a:r>
              <a:rPr lang="en-US" sz="2400" dirty="0">
                <a:latin typeface="Times New Roman" panose="02020603050405020304" pitchFamily="18" charset="0"/>
                <a:cs typeface="Times New Roman" panose="02020603050405020304" pitchFamily="18" charset="0"/>
              </a:rPr>
              <a:t>Cities are becoming hotter because of buildings, roads, and less trees. This is called the Urban Heat Island effect.</a:t>
            </a:r>
          </a:p>
          <a:p>
            <a:pPr marL="0" indent="0">
              <a:lnSpc>
                <a:spcPct val="100000"/>
              </a:lnSpc>
              <a:buNone/>
            </a:pPr>
            <a:r>
              <a:rPr lang="en-US" sz="2400" dirty="0">
                <a:latin typeface="Times New Roman" panose="02020603050405020304" pitchFamily="18" charset="0"/>
                <a:cs typeface="Times New Roman" panose="02020603050405020304" pitchFamily="18" charset="0"/>
              </a:rPr>
              <a:t>High temperature causes health problems and increases electricity usage.</a:t>
            </a:r>
          </a:p>
          <a:p>
            <a:pPr marL="0" indent="0">
              <a:lnSpc>
                <a:spcPct val="100000"/>
              </a:lnSpc>
              <a:buNone/>
            </a:pPr>
            <a:r>
              <a:rPr lang="en-US" sz="2400" dirty="0">
                <a:latin typeface="Times New Roman" panose="02020603050405020304" pitchFamily="18" charset="0"/>
                <a:cs typeface="Times New Roman" panose="02020603050405020304" pitchFamily="18" charset="0"/>
              </a:rPr>
              <a:t>Existing systems cannot show heat changes in small areas.</a:t>
            </a:r>
          </a:p>
          <a:p>
            <a:pPr marL="0" indent="0">
              <a:lnSpc>
                <a:spcPct val="100000"/>
              </a:lnSpc>
              <a:buNone/>
            </a:pPr>
            <a:r>
              <a:rPr lang="en-US" sz="2400" dirty="0">
                <a:latin typeface="Times New Roman" panose="02020603050405020304" pitchFamily="18" charset="0"/>
                <a:cs typeface="Times New Roman" panose="02020603050405020304" pitchFamily="18" charset="0"/>
              </a:rPr>
              <a:t>This project creates a system to analyze heat at a local level using satellite data and machine learning.</a:t>
            </a:r>
          </a:p>
          <a:p>
            <a:pPr marL="0" indent="0">
              <a:lnSpc>
                <a:spcPct val="100000"/>
              </a:lnSpc>
              <a:buNone/>
            </a:pPr>
            <a:r>
              <a:rPr lang="en-US" sz="2400" dirty="0">
                <a:latin typeface="Times New Roman" panose="02020603050405020304" pitchFamily="18" charset="0"/>
                <a:cs typeface="Times New Roman" panose="02020603050405020304" pitchFamily="18" charset="0"/>
              </a:rPr>
              <a:t>It helps to find heat areas, predict temperature, and give alerts.</a:t>
            </a:r>
          </a:p>
          <a:p>
            <a:pPr marL="0" indent="0">
              <a:buNone/>
            </a:pPr>
            <a:endParaRPr lang="en-IN" dirty="0"/>
          </a:p>
        </p:txBody>
      </p:sp>
      <p:sp>
        <p:nvSpPr>
          <p:cNvPr id="4" name="Google Shape;200;p4">
            <a:extLst>
              <a:ext uri="{FF2B5EF4-FFF2-40B4-BE49-F238E27FC236}">
                <a16:creationId xmlns:a16="http://schemas.microsoft.com/office/drawing/2014/main" id="{3AE2DCEA-F0BE-AD65-E0F0-32F049BF7549}"/>
              </a:ext>
            </a:extLst>
          </p:cNvPr>
          <p:cNvSpPr/>
          <p:nvPr/>
        </p:nvSpPr>
        <p:spPr>
          <a:xfrm>
            <a:off x="-1827877" y="699253"/>
            <a:ext cx="15637398" cy="648072"/>
          </a:xfrm>
          <a:prstGeom prst="mathMinus">
            <a:avLst>
              <a:gd name="adj1" fmla="val 23520"/>
            </a:avLst>
          </a:prstGeom>
          <a:solidFill>
            <a:srgbClr val="4F6128"/>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5" name="Picture 4">
            <a:extLst>
              <a:ext uri="{FF2B5EF4-FFF2-40B4-BE49-F238E27FC236}">
                <a16:creationId xmlns:a16="http://schemas.microsoft.com/office/drawing/2014/main" id="{0482C86D-78A9-363F-B96F-E55B1B6215B8}"/>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1104418" y="122479"/>
            <a:ext cx="725914" cy="675249"/>
          </a:xfrm>
          <a:prstGeom prst="rect">
            <a:avLst/>
          </a:prstGeom>
          <a:noFill/>
          <a:ln>
            <a:noFill/>
          </a:ln>
        </p:spPr>
      </p:pic>
    </p:spTree>
    <p:extLst>
      <p:ext uri="{BB962C8B-B14F-4D97-AF65-F5344CB8AC3E}">
        <p14:creationId xmlns:p14="http://schemas.microsoft.com/office/powerpoint/2010/main" val="7174896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3182" y="342291"/>
            <a:ext cx="10515600" cy="1325563"/>
          </a:xfrm>
        </p:spPr>
        <p:txBody>
          <a:bodyPr>
            <a:normAutofit fontScale="90000"/>
          </a:bodyPr>
          <a:lstStyle/>
          <a:p>
            <a:r>
              <a:rPr lang="en-US" b="1" dirty="0">
                <a:latin typeface="Times New Roman"/>
                <a:ea typeface="Times New Roman"/>
                <a:cs typeface="Times New Roman"/>
                <a:sym typeface="Times New Roman"/>
              </a:rPr>
              <a:t>Objective</a:t>
            </a:r>
            <a:br>
              <a:rPr lang="en-US" b="1" dirty="0">
                <a:latin typeface="Times New Roman"/>
                <a:ea typeface="Times New Roman"/>
                <a:cs typeface="Times New Roman"/>
                <a:sym typeface="Times New Roman"/>
              </a:rPr>
            </a:br>
            <a:br>
              <a:rPr lang="en-US" b="1" dirty="0">
                <a:latin typeface="Times New Roman"/>
                <a:ea typeface="Times New Roman"/>
                <a:cs typeface="Times New Roman"/>
                <a:sym typeface="Times New Roman"/>
              </a:rPr>
            </a:br>
            <a:endParaRPr lang="en-US" b="1" dirty="0"/>
          </a:p>
        </p:txBody>
      </p:sp>
      <p:sp>
        <p:nvSpPr>
          <p:cNvPr id="3" name="Content Placeholder 2"/>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To analyze urban heat patterns at a hyperlocal level using satellite and weather data.</a:t>
            </a:r>
          </a:p>
          <a:p>
            <a:r>
              <a:rPr lang="en-US" sz="2400" dirty="0">
                <a:latin typeface="Times New Roman" panose="02020603050405020304" pitchFamily="18" charset="0"/>
                <a:cs typeface="Times New Roman" panose="02020603050405020304" pitchFamily="18" charset="0"/>
              </a:rPr>
              <a:t>To identify heat hotspot areas within the city using GIS techniques.</a:t>
            </a:r>
          </a:p>
          <a:p>
            <a:r>
              <a:rPr lang="en-US" sz="2400" dirty="0">
                <a:latin typeface="Times New Roman" panose="02020603050405020304" pitchFamily="18" charset="0"/>
                <a:cs typeface="Times New Roman" panose="02020603050405020304" pitchFamily="18" charset="0"/>
              </a:rPr>
              <a:t>To assess vulnerability by mapping high-risk populations exposed to extreme heat.</a:t>
            </a:r>
          </a:p>
          <a:p>
            <a:r>
              <a:rPr lang="en-US" sz="2400" dirty="0">
                <a:latin typeface="Times New Roman" panose="02020603050405020304" pitchFamily="18" charset="0"/>
                <a:cs typeface="Times New Roman" panose="02020603050405020304" pitchFamily="18" charset="0"/>
              </a:rPr>
              <a:t>To develop a heat alert system for early warning in vulnerable zones.</a:t>
            </a:r>
          </a:p>
          <a:p>
            <a:r>
              <a:rPr lang="en-US" sz="2400" dirty="0">
                <a:latin typeface="Times New Roman" panose="02020603050405020304" pitchFamily="18" charset="0"/>
                <a:cs typeface="Times New Roman" panose="02020603050405020304" pitchFamily="18" charset="0"/>
              </a:rPr>
              <a:t>To support urban planning and public health decision-making through heat risk mapping.</a:t>
            </a:r>
          </a:p>
        </p:txBody>
      </p:sp>
      <p:sp>
        <p:nvSpPr>
          <p:cNvPr id="4" name="Google Shape;189;p3">
            <a:extLst>
              <a:ext uri="{FF2B5EF4-FFF2-40B4-BE49-F238E27FC236}">
                <a16:creationId xmlns:a16="http://schemas.microsoft.com/office/drawing/2014/main" id="{37A7CF33-7F7C-24E4-8702-803B2D62C621}"/>
              </a:ext>
            </a:extLst>
          </p:cNvPr>
          <p:cNvSpPr/>
          <p:nvPr/>
        </p:nvSpPr>
        <p:spPr>
          <a:xfrm>
            <a:off x="-1921397" y="681037"/>
            <a:ext cx="15811017" cy="648072"/>
          </a:xfrm>
          <a:prstGeom prst="mathMinus">
            <a:avLst>
              <a:gd name="adj1" fmla="val 23520"/>
            </a:avLst>
          </a:prstGeom>
          <a:solidFill>
            <a:srgbClr val="4B4B4B"/>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5" name="Picture 4">
            <a:extLst>
              <a:ext uri="{FF2B5EF4-FFF2-40B4-BE49-F238E27FC236}">
                <a16:creationId xmlns:a16="http://schemas.microsoft.com/office/drawing/2014/main" id="{AB1EF82F-20C6-0578-6E72-0DE4E7CB5148}"/>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1125598" y="184521"/>
            <a:ext cx="725914" cy="675249"/>
          </a:xfrm>
          <a:prstGeom prst="rect">
            <a:avLst/>
          </a:prstGeom>
          <a:noFill/>
          <a:ln>
            <a:noFill/>
          </a:ln>
        </p:spPr>
      </p:pic>
    </p:spTree>
    <p:extLst>
      <p:ext uri="{BB962C8B-B14F-4D97-AF65-F5344CB8AC3E}">
        <p14:creationId xmlns:p14="http://schemas.microsoft.com/office/powerpoint/2010/main" val="40850273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0291" y="798653"/>
            <a:ext cx="10873509" cy="892035"/>
          </a:xfrm>
        </p:spPr>
        <p:txBody>
          <a:bodyPr>
            <a:normAutofit fontScale="90000"/>
          </a:bodyPr>
          <a:lstStyle/>
          <a:p>
            <a:r>
              <a:rPr lang="en-US" b="1" dirty="0">
                <a:latin typeface="Times New Roman" panose="02020603050405020304" pitchFamily="18" charset="0"/>
                <a:cs typeface="Times New Roman" panose="02020603050405020304" pitchFamily="18" charset="0"/>
              </a:rPr>
              <a:t>Abstract</a:t>
            </a:r>
            <a:br>
              <a:rPr lang="en-US" sz="4000" b="1" dirty="0">
                <a:latin typeface="Times New Roman" panose="02020603050405020304" pitchFamily="18" charset="0"/>
                <a:cs typeface="Times New Roman" panose="02020603050405020304" pitchFamily="18" charset="0"/>
              </a:rPr>
            </a:br>
            <a:br>
              <a:rPr lang="en-US" sz="4000" b="1" dirty="0">
                <a:latin typeface="Times New Roman" panose="02020603050405020304" pitchFamily="18" charset="0"/>
                <a:cs typeface="Times New Roman" panose="02020603050405020304" pitchFamily="18" charset="0"/>
              </a:rPr>
            </a:br>
            <a:endParaRPr lang="en-US" sz="4000" b="1" dirty="0">
              <a:latin typeface="Times New Roman" panose="02020603050405020304" pitchFamily="18" charset="0"/>
              <a:cs typeface="Times New Roman" panose="02020603050405020304" pitchFamily="18" charset="0"/>
            </a:endParaRPr>
          </a:p>
        </p:txBody>
      </p:sp>
      <p:sp>
        <p:nvSpPr>
          <p:cNvPr id="4" name="Google Shape;200;p4">
            <a:extLst>
              <a:ext uri="{FF2B5EF4-FFF2-40B4-BE49-F238E27FC236}">
                <a16:creationId xmlns:a16="http://schemas.microsoft.com/office/drawing/2014/main" id="{0BD62904-3F84-D6C1-8DC5-98E1E1FC1ACC}"/>
              </a:ext>
            </a:extLst>
          </p:cNvPr>
          <p:cNvSpPr/>
          <p:nvPr/>
        </p:nvSpPr>
        <p:spPr>
          <a:xfrm>
            <a:off x="-1625725" y="802666"/>
            <a:ext cx="15637398" cy="648072"/>
          </a:xfrm>
          <a:prstGeom prst="mathMinus">
            <a:avLst>
              <a:gd name="adj1" fmla="val 23520"/>
            </a:avLst>
          </a:prstGeom>
          <a:solidFill>
            <a:srgbClr val="4F6128"/>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5" name="Picture 4">
            <a:extLst>
              <a:ext uri="{FF2B5EF4-FFF2-40B4-BE49-F238E27FC236}">
                <a16:creationId xmlns:a16="http://schemas.microsoft.com/office/drawing/2014/main" id="{D51E41CB-36AC-FBC1-2CC9-162D9E32D011}"/>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1193015" y="352657"/>
            <a:ext cx="725914" cy="675249"/>
          </a:xfrm>
          <a:prstGeom prst="rect">
            <a:avLst/>
          </a:prstGeom>
          <a:noFill/>
          <a:ln>
            <a:noFill/>
          </a:ln>
        </p:spPr>
      </p:pic>
      <p:sp>
        <p:nvSpPr>
          <p:cNvPr id="8" name="TextBox 7">
            <a:extLst>
              <a:ext uri="{FF2B5EF4-FFF2-40B4-BE49-F238E27FC236}">
                <a16:creationId xmlns:a16="http://schemas.microsoft.com/office/drawing/2014/main" id="{CF700150-9417-346B-E34F-C6FB77B0BF13}"/>
              </a:ext>
            </a:extLst>
          </p:cNvPr>
          <p:cNvSpPr txBox="1"/>
          <p:nvPr/>
        </p:nvSpPr>
        <p:spPr>
          <a:xfrm>
            <a:off x="480291" y="1588655"/>
            <a:ext cx="11305309" cy="5170646"/>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This project develops a </a:t>
            </a:r>
            <a:r>
              <a:rPr lang="en-US" sz="2400" b="1" dirty="0">
                <a:latin typeface="Times New Roman" panose="02020603050405020304" pitchFamily="18" charset="0"/>
                <a:cs typeface="Times New Roman" panose="02020603050405020304" pitchFamily="18" charset="0"/>
              </a:rPr>
              <a:t>Hyperlocal Urban Heat </a:t>
            </a:r>
            <a:r>
              <a:rPr lang="en-IN" sz="2400" b="1" dirty="0">
                <a:latin typeface="Times New Roman" panose="02020603050405020304" pitchFamily="18" charset="0"/>
                <a:cs typeface="Times New Roman" panose="02020603050405020304" pitchFamily="18" charset="0"/>
              </a:rPr>
              <a:t>Vulnerability</a:t>
            </a:r>
            <a:r>
              <a:rPr lang="en-US" sz="2400" b="1" dirty="0">
                <a:latin typeface="Times New Roman" panose="02020603050405020304" pitchFamily="18" charset="0"/>
                <a:cs typeface="Times New Roman" panose="02020603050405020304" pitchFamily="18" charset="0"/>
              </a:rPr>
              <a:t> Mapping and Alert System</a:t>
            </a:r>
            <a:r>
              <a:rPr lang="en-US" sz="2400" dirty="0">
                <a:latin typeface="Times New Roman" panose="02020603050405020304" pitchFamily="18" charset="0"/>
                <a:cs typeface="Times New Roman" panose="02020603050405020304" pitchFamily="18" charset="0"/>
              </a:rPr>
              <a:t> using satellite data and machine learning.</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The system collects temperature and environmental data such as NDVI and NDBI.</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A Random Forest model is used to predict temperature for different locations.</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The results are shown using heatmaps, which help to identify high-temperature areas. An alert system is included to warn users when temperature exceeds a limit.</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The system is built using </a:t>
            </a:r>
            <a:r>
              <a:rPr lang="en-US" sz="2400" dirty="0" err="1">
                <a:latin typeface="Times New Roman" panose="02020603050405020304" pitchFamily="18" charset="0"/>
                <a:cs typeface="Times New Roman" panose="02020603050405020304" pitchFamily="18" charset="0"/>
              </a:rPr>
              <a:t>Streamlit</a:t>
            </a:r>
            <a:r>
              <a:rPr lang="en-US" sz="2400" dirty="0">
                <a:latin typeface="Times New Roman" panose="02020603050405020304" pitchFamily="18" charset="0"/>
                <a:cs typeface="Times New Roman" panose="02020603050405020304" pitchFamily="18" charset="0"/>
              </a:rPr>
              <a:t> for easy interaction.</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This project helps in identifying heat-prone areas and supports better planning and safety.</a:t>
            </a:r>
          </a:p>
          <a:p>
            <a:endParaRPr lang="en-IN" dirty="0"/>
          </a:p>
        </p:txBody>
      </p:sp>
    </p:spTree>
    <p:extLst>
      <p:ext uri="{BB962C8B-B14F-4D97-AF65-F5344CB8AC3E}">
        <p14:creationId xmlns:p14="http://schemas.microsoft.com/office/powerpoint/2010/main" val="5900500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E163C-2D1E-DBCF-7BBA-82905DFF9E08}"/>
              </a:ext>
            </a:extLst>
          </p:cNvPr>
          <p:cNvSpPr>
            <a:spLocks noGrp="1"/>
          </p:cNvSpPr>
          <p:nvPr>
            <p:ph type="title"/>
          </p:nvPr>
        </p:nvSpPr>
        <p:spPr>
          <a:xfrm>
            <a:off x="295564" y="-397163"/>
            <a:ext cx="11058236" cy="2087852"/>
          </a:xfrm>
        </p:spPr>
        <p:txBody>
          <a:bodyPr>
            <a:normAutofit/>
          </a:bodyPr>
          <a:lstStyle/>
          <a:p>
            <a:r>
              <a:rPr lang="en-IN" sz="4000" b="1" dirty="0">
                <a:latin typeface="Times New Roman" panose="02020603050405020304" pitchFamily="18" charset="0"/>
                <a:cs typeface="Times New Roman" panose="02020603050405020304" pitchFamily="18" charset="0"/>
              </a:rPr>
              <a:t>Literature</a:t>
            </a:r>
            <a:r>
              <a:rPr lang="en-IN" sz="4000" b="1" spc="-35" dirty="0">
                <a:latin typeface="Times New Roman" panose="02020603050405020304" pitchFamily="18" charset="0"/>
                <a:cs typeface="Times New Roman" panose="02020603050405020304" pitchFamily="18" charset="0"/>
              </a:rPr>
              <a:t> </a:t>
            </a:r>
            <a:r>
              <a:rPr lang="en-IN" sz="4000" b="1" spc="-10" dirty="0">
                <a:latin typeface="Times New Roman" panose="02020603050405020304" pitchFamily="18" charset="0"/>
                <a:cs typeface="Times New Roman" panose="02020603050405020304" pitchFamily="18" charset="0"/>
              </a:rPr>
              <a:t>Review</a:t>
            </a:r>
            <a:endParaRPr lang="en-IN" sz="4000" b="1" dirty="0">
              <a:latin typeface="Times New Roman" panose="02020603050405020304" pitchFamily="18" charset="0"/>
              <a:cs typeface="Times New Roman" panose="02020603050405020304" pitchFamily="18" charset="0"/>
            </a:endParaRPr>
          </a:p>
        </p:txBody>
      </p:sp>
      <p:sp>
        <p:nvSpPr>
          <p:cNvPr id="4" name="Google Shape;189;p3">
            <a:extLst>
              <a:ext uri="{FF2B5EF4-FFF2-40B4-BE49-F238E27FC236}">
                <a16:creationId xmlns:a16="http://schemas.microsoft.com/office/drawing/2014/main" id="{0AC3006A-CDF4-F666-6244-6C513A454DF0}"/>
              </a:ext>
            </a:extLst>
          </p:cNvPr>
          <p:cNvSpPr/>
          <p:nvPr/>
        </p:nvSpPr>
        <p:spPr>
          <a:xfrm>
            <a:off x="-1921397" y="681037"/>
            <a:ext cx="15811017" cy="648072"/>
          </a:xfrm>
          <a:prstGeom prst="mathMinus">
            <a:avLst>
              <a:gd name="adj1" fmla="val 23520"/>
            </a:avLst>
          </a:prstGeom>
          <a:solidFill>
            <a:srgbClr val="4B4B4B"/>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5" name="Picture 4">
            <a:extLst>
              <a:ext uri="{FF2B5EF4-FFF2-40B4-BE49-F238E27FC236}">
                <a16:creationId xmlns:a16="http://schemas.microsoft.com/office/drawing/2014/main" id="{A7CAD378-7461-653A-3DD2-858487A6C7D8}"/>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1170522" y="110630"/>
            <a:ext cx="725914" cy="675249"/>
          </a:xfrm>
          <a:prstGeom prst="rect">
            <a:avLst/>
          </a:prstGeom>
          <a:noFill/>
          <a:ln>
            <a:noFill/>
          </a:ln>
        </p:spPr>
      </p:pic>
      <p:graphicFrame>
        <p:nvGraphicFramePr>
          <p:cNvPr id="14" name="Content Placeholder 13">
            <a:extLst>
              <a:ext uri="{FF2B5EF4-FFF2-40B4-BE49-F238E27FC236}">
                <a16:creationId xmlns:a16="http://schemas.microsoft.com/office/drawing/2014/main" id="{7FFE4A59-C0AF-6F7A-88CC-B2725C324DC1}"/>
              </a:ext>
            </a:extLst>
          </p:cNvPr>
          <p:cNvGraphicFramePr>
            <a:graphicFrameLocks noGrp="1"/>
          </p:cNvGraphicFramePr>
          <p:nvPr>
            <p:ph idx="1"/>
            <p:extLst>
              <p:ext uri="{D42A27DB-BD31-4B8C-83A1-F6EECF244321}">
                <p14:modId xmlns:p14="http://schemas.microsoft.com/office/powerpoint/2010/main" val="144011104"/>
              </p:ext>
            </p:extLst>
          </p:nvPr>
        </p:nvGraphicFramePr>
        <p:xfrm>
          <a:off x="508001" y="1440873"/>
          <a:ext cx="10861964" cy="5181600"/>
        </p:xfrm>
        <a:graphic>
          <a:graphicData uri="http://schemas.openxmlformats.org/drawingml/2006/table">
            <a:tbl>
              <a:tblPr/>
              <a:tblGrid>
                <a:gridCol w="10861964">
                  <a:extLst>
                    <a:ext uri="{9D8B030D-6E8A-4147-A177-3AD203B41FA5}">
                      <a16:colId xmlns:a16="http://schemas.microsoft.com/office/drawing/2014/main" val="3518277912"/>
                    </a:ext>
                  </a:extLst>
                </a:gridCol>
              </a:tblGrid>
              <a:tr h="5181600">
                <a:tc>
                  <a:txBody>
                    <a:bodyPr/>
                    <a:lstStyle/>
                    <a:p>
                      <a:endParaRPr lang="en-IN" dirty="0"/>
                    </a:p>
                    <a:p>
                      <a:endParaRPr lang="en-IN" dirty="0"/>
                    </a:p>
                    <a:p>
                      <a:endParaRPr lang="en-IN" dirty="0"/>
                    </a:p>
                    <a:p>
                      <a:endParaRPr lang="en-IN" dirty="0"/>
                    </a:p>
                    <a:p>
                      <a:r>
                        <a:rPr lang="en-IN" dirty="0"/>
                        <a:t>    1             F. </a:t>
                      </a:r>
                      <a:r>
                        <a:rPr lang="en-IN" dirty="0" err="1"/>
                        <a:t>Larroya</a:t>
                      </a:r>
                      <a:r>
                        <a:rPr lang="en-IN" dirty="0"/>
                        <a:t> et al           2025            Hyperlocal Urban                     </a:t>
                      </a:r>
                    </a:p>
                    <a:p>
                      <a:r>
                        <a:rPr lang="en-IN" dirty="0"/>
                        <a:t>                                                                              Heat Mapping</a:t>
                      </a:r>
                      <a:endParaRPr lang="en-IN" sz="1600" dirty="0"/>
                    </a:p>
                    <a:p>
                      <a:endParaRPr lang="en-IN" sz="1600" dirty="0"/>
                    </a:p>
                    <a:p>
                      <a:r>
                        <a:rPr lang="en-IN" dirty="0"/>
                        <a:t>    2</a:t>
                      </a:r>
                    </a:p>
                    <a:p>
                      <a:endParaRPr lang="en-IN" dirty="0"/>
                    </a:p>
                    <a:p>
                      <a:endParaRPr lang="en-IN" dirty="0"/>
                    </a:p>
                    <a:p>
                      <a:endParaRPr lang="en-IN" dirty="0"/>
                    </a:p>
                    <a:p>
                      <a:r>
                        <a:rPr lang="en-IN" dirty="0"/>
                        <a:t>    3</a:t>
                      </a:r>
                    </a:p>
                    <a:p>
                      <a:endParaRPr lang="en-IN" dirty="0"/>
                    </a:p>
                    <a:p>
                      <a:r>
                        <a:rPr lang="en-IN" dirty="0"/>
                        <a:t>    </a:t>
                      </a:r>
                    </a:p>
                    <a:p>
                      <a:r>
                        <a:rPr lang="en-IN" dirty="0"/>
                        <a:t>   4</a:t>
                      </a:r>
                    </a:p>
                    <a:p>
                      <a:endParaRPr lang="en-IN" dirty="0"/>
                    </a:p>
                    <a:p>
                      <a:endParaRPr lang="en-IN" dirty="0"/>
                    </a:p>
                    <a:p>
                      <a:r>
                        <a:rPr lang="en-IN" dirty="0"/>
                        <a:t>    5</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3002935251"/>
                  </a:ext>
                </a:extLst>
              </a:tr>
            </a:tbl>
          </a:graphicData>
        </a:graphic>
      </p:graphicFrame>
      <p:cxnSp>
        <p:nvCxnSpPr>
          <p:cNvPr id="17" name="Straight Connector 16">
            <a:extLst>
              <a:ext uri="{FF2B5EF4-FFF2-40B4-BE49-F238E27FC236}">
                <a16:creationId xmlns:a16="http://schemas.microsoft.com/office/drawing/2014/main" id="{BE9EDDCB-F549-369F-C462-30517B0C091C}"/>
              </a:ext>
            </a:extLst>
          </p:cNvPr>
          <p:cNvCxnSpPr>
            <a:cxnSpLocks/>
          </p:cNvCxnSpPr>
          <p:nvPr/>
        </p:nvCxnSpPr>
        <p:spPr>
          <a:xfrm>
            <a:off x="508001" y="2382982"/>
            <a:ext cx="108619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7CD58BF-DF56-943B-5375-9493D6CDC38C}"/>
              </a:ext>
            </a:extLst>
          </p:cNvPr>
          <p:cNvCxnSpPr>
            <a:cxnSpLocks/>
          </p:cNvCxnSpPr>
          <p:nvPr/>
        </p:nvCxnSpPr>
        <p:spPr>
          <a:xfrm>
            <a:off x="508001" y="3135747"/>
            <a:ext cx="108619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126946D-BE76-A106-41AA-69BD8832AD08}"/>
              </a:ext>
            </a:extLst>
          </p:cNvPr>
          <p:cNvCxnSpPr>
            <a:cxnSpLocks/>
            <a:stCxn id="14" idx="1"/>
            <a:endCxn id="14" idx="3"/>
          </p:cNvCxnSpPr>
          <p:nvPr/>
        </p:nvCxnSpPr>
        <p:spPr>
          <a:xfrm>
            <a:off x="508001" y="4031673"/>
            <a:ext cx="108619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C51B9BE-E66D-0526-7896-53C0C6727835}"/>
              </a:ext>
            </a:extLst>
          </p:cNvPr>
          <p:cNvCxnSpPr>
            <a:cxnSpLocks/>
          </p:cNvCxnSpPr>
          <p:nvPr/>
        </p:nvCxnSpPr>
        <p:spPr>
          <a:xfrm>
            <a:off x="508001" y="4909126"/>
            <a:ext cx="108457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DD6EDE6-6BE9-EF1C-9B6C-3F7589C61250}"/>
              </a:ext>
            </a:extLst>
          </p:cNvPr>
          <p:cNvCxnSpPr>
            <a:cxnSpLocks/>
          </p:cNvCxnSpPr>
          <p:nvPr/>
        </p:nvCxnSpPr>
        <p:spPr>
          <a:xfrm>
            <a:off x="508001" y="5800435"/>
            <a:ext cx="1083656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74CDDAC-F5EC-AA14-209A-2442A3671318}"/>
              </a:ext>
            </a:extLst>
          </p:cNvPr>
          <p:cNvCxnSpPr/>
          <p:nvPr/>
        </p:nvCxnSpPr>
        <p:spPr>
          <a:xfrm>
            <a:off x="1283855" y="1440873"/>
            <a:ext cx="0" cy="5181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AB0AD3E-7F17-F29D-742C-7B9339F1814F}"/>
              </a:ext>
            </a:extLst>
          </p:cNvPr>
          <p:cNvCxnSpPr/>
          <p:nvPr/>
        </p:nvCxnSpPr>
        <p:spPr>
          <a:xfrm>
            <a:off x="3034146" y="1440873"/>
            <a:ext cx="0" cy="5181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7FA73AA-8D8E-298F-9271-A5D56BC2667A}"/>
              </a:ext>
            </a:extLst>
          </p:cNvPr>
          <p:cNvCxnSpPr/>
          <p:nvPr/>
        </p:nvCxnSpPr>
        <p:spPr>
          <a:xfrm>
            <a:off x="4341091" y="1440873"/>
            <a:ext cx="0" cy="5181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91C56CE-C631-1C4E-3E1F-1319D787846E}"/>
              </a:ext>
            </a:extLst>
          </p:cNvPr>
          <p:cNvCxnSpPr/>
          <p:nvPr/>
        </p:nvCxnSpPr>
        <p:spPr>
          <a:xfrm>
            <a:off x="6719455" y="1440873"/>
            <a:ext cx="0" cy="5181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6A7FAC5-F4D8-CF2B-E609-7C60C5FBB018}"/>
              </a:ext>
            </a:extLst>
          </p:cNvPr>
          <p:cNvCxnSpPr/>
          <p:nvPr/>
        </p:nvCxnSpPr>
        <p:spPr>
          <a:xfrm>
            <a:off x="9319491" y="1440873"/>
            <a:ext cx="0" cy="5181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8026605D-4CBC-F31D-B056-DDAFE63479FF}"/>
              </a:ext>
            </a:extLst>
          </p:cNvPr>
          <p:cNvSpPr txBox="1"/>
          <p:nvPr/>
        </p:nvSpPr>
        <p:spPr>
          <a:xfrm>
            <a:off x="581890" y="1560945"/>
            <a:ext cx="517237" cy="646331"/>
          </a:xfrm>
          <a:prstGeom prst="rect">
            <a:avLst/>
          </a:prstGeom>
          <a:noFill/>
        </p:spPr>
        <p:txBody>
          <a:bodyPr wrap="square" rtlCol="0">
            <a:spAutoFit/>
          </a:bodyPr>
          <a:lstStyle/>
          <a:p>
            <a:r>
              <a:rPr lang="en-IN" dirty="0"/>
              <a:t>SI NO</a:t>
            </a:r>
          </a:p>
        </p:txBody>
      </p:sp>
      <p:sp>
        <p:nvSpPr>
          <p:cNvPr id="28" name="TextBox 27">
            <a:extLst>
              <a:ext uri="{FF2B5EF4-FFF2-40B4-BE49-F238E27FC236}">
                <a16:creationId xmlns:a16="http://schemas.microsoft.com/office/drawing/2014/main" id="{93BC0DAA-FAF7-8160-DDC5-FC48D3CF82FA}"/>
              </a:ext>
            </a:extLst>
          </p:cNvPr>
          <p:cNvSpPr txBox="1"/>
          <p:nvPr/>
        </p:nvSpPr>
        <p:spPr>
          <a:xfrm>
            <a:off x="1505532" y="1690689"/>
            <a:ext cx="1071199" cy="369332"/>
          </a:xfrm>
          <a:prstGeom prst="rect">
            <a:avLst/>
          </a:prstGeom>
          <a:noFill/>
        </p:spPr>
        <p:txBody>
          <a:bodyPr wrap="square" rtlCol="0">
            <a:spAutoFit/>
          </a:bodyPr>
          <a:lstStyle/>
          <a:p>
            <a:r>
              <a:rPr lang="en-IN" dirty="0"/>
              <a:t>Author</a:t>
            </a:r>
          </a:p>
        </p:txBody>
      </p:sp>
      <p:sp>
        <p:nvSpPr>
          <p:cNvPr id="29" name="TextBox 28">
            <a:extLst>
              <a:ext uri="{FF2B5EF4-FFF2-40B4-BE49-F238E27FC236}">
                <a16:creationId xmlns:a16="http://schemas.microsoft.com/office/drawing/2014/main" id="{158C261D-EF5C-4E37-B4B4-BE05312E1A28}"/>
              </a:ext>
            </a:extLst>
          </p:cNvPr>
          <p:cNvSpPr txBox="1"/>
          <p:nvPr/>
        </p:nvSpPr>
        <p:spPr>
          <a:xfrm flipH="1">
            <a:off x="3316086" y="1690689"/>
            <a:ext cx="803329" cy="369332"/>
          </a:xfrm>
          <a:prstGeom prst="rect">
            <a:avLst/>
          </a:prstGeom>
          <a:noFill/>
        </p:spPr>
        <p:txBody>
          <a:bodyPr wrap="square" rtlCol="0">
            <a:spAutoFit/>
          </a:bodyPr>
          <a:lstStyle/>
          <a:p>
            <a:r>
              <a:rPr lang="en-IN" dirty="0"/>
              <a:t>Year</a:t>
            </a:r>
          </a:p>
        </p:txBody>
      </p:sp>
      <p:sp>
        <p:nvSpPr>
          <p:cNvPr id="30" name="TextBox 29">
            <a:extLst>
              <a:ext uri="{FF2B5EF4-FFF2-40B4-BE49-F238E27FC236}">
                <a16:creationId xmlns:a16="http://schemas.microsoft.com/office/drawing/2014/main" id="{BC37C97C-844F-DEE8-B66E-7FF51ED70FDD}"/>
              </a:ext>
            </a:extLst>
          </p:cNvPr>
          <p:cNvSpPr txBox="1"/>
          <p:nvPr/>
        </p:nvSpPr>
        <p:spPr>
          <a:xfrm>
            <a:off x="5062540" y="1690688"/>
            <a:ext cx="1578400" cy="369332"/>
          </a:xfrm>
          <a:prstGeom prst="rect">
            <a:avLst/>
          </a:prstGeom>
          <a:noFill/>
        </p:spPr>
        <p:txBody>
          <a:bodyPr wrap="square" rtlCol="0">
            <a:spAutoFit/>
          </a:bodyPr>
          <a:lstStyle/>
          <a:p>
            <a:r>
              <a:rPr lang="en-IN" dirty="0"/>
              <a:t>Title</a:t>
            </a:r>
          </a:p>
        </p:txBody>
      </p:sp>
      <p:sp>
        <p:nvSpPr>
          <p:cNvPr id="31" name="TextBox 30">
            <a:extLst>
              <a:ext uri="{FF2B5EF4-FFF2-40B4-BE49-F238E27FC236}">
                <a16:creationId xmlns:a16="http://schemas.microsoft.com/office/drawing/2014/main" id="{D603BD11-558A-306C-029E-C2BF256402E3}"/>
              </a:ext>
            </a:extLst>
          </p:cNvPr>
          <p:cNvSpPr txBox="1"/>
          <p:nvPr/>
        </p:nvSpPr>
        <p:spPr>
          <a:xfrm>
            <a:off x="7121236" y="1690689"/>
            <a:ext cx="1476807" cy="369332"/>
          </a:xfrm>
          <a:prstGeom prst="rect">
            <a:avLst/>
          </a:prstGeom>
          <a:noFill/>
        </p:spPr>
        <p:txBody>
          <a:bodyPr wrap="square" rtlCol="0">
            <a:spAutoFit/>
          </a:bodyPr>
          <a:lstStyle/>
          <a:p>
            <a:r>
              <a:rPr lang="en-IN" dirty="0"/>
              <a:t>Description </a:t>
            </a:r>
          </a:p>
        </p:txBody>
      </p:sp>
      <p:sp>
        <p:nvSpPr>
          <p:cNvPr id="32" name="TextBox 31">
            <a:extLst>
              <a:ext uri="{FF2B5EF4-FFF2-40B4-BE49-F238E27FC236}">
                <a16:creationId xmlns:a16="http://schemas.microsoft.com/office/drawing/2014/main" id="{30A80C31-F67E-7CEB-9C4A-8A984AFDB66C}"/>
              </a:ext>
            </a:extLst>
          </p:cNvPr>
          <p:cNvSpPr txBox="1"/>
          <p:nvPr/>
        </p:nvSpPr>
        <p:spPr>
          <a:xfrm>
            <a:off x="9531929" y="1690689"/>
            <a:ext cx="1567237" cy="369332"/>
          </a:xfrm>
          <a:prstGeom prst="rect">
            <a:avLst/>
          </a:prstGeom>
          <a:noFill/>
        </p:spPr>
        <p:txBody>
          <a:bodyPr wrap="square" rtlCol="0">
            <a:spAutoFit/>
          </a:bodyPr>
          <a:lstStyle/>
          <a:p>
            <a:r>
              <a:rPr lang="en-IN" dirty="0"/>
              <a:t>Gap Identified</a:t>
            </a:r>
          </a:p>
        </p:txBody>
      </p:sp>
      <p:sp>
        <p:nvSpPr>
          <p:cNvPr id="36" name="TextBox 35">
            <a:extLst>
              <a:ext uri="{FF2B5EF4-FFF2-40B4-BE49-F238E27FC236}">
                <a16:creationId xmlns:a16="http://schemas.microsoft.com/office/drawing/2014/main" id="{CF32DF8B-3078-B987-3069-8DBA10B28ACE}"/>
              </a:ext>
            </a:extLst>
          </p:cNvPr>
          <p:cNvSpPr txBox="1"/>
          <p:nvPr/>
        </p:nvSpPr>
        <p:spPr>
          <a:xfrm>
            <a:off x="6797971" y="2382983"/>
            <a:ext cx="2359873" cy="830997"/>
          </a:xfrm>
          <a:prstGeom prst="rect">
            <a:avLst/>
          </a:prstGeom>
          <a:noFill/>
        </p:spPr>
        <p:txBody>
          <a:bodyPr wrap="square" rtlCol="0">
            <a:spAutoFit/>
          </a:bodyPr>
          <a:lstStyle/>
          <a:p>
            <a:r>
              <a:rPr lang="en-US" sz="1600" dirty="0"/>
              <a:t>Uses satellite and ground data to analyze heat at small areas</a:t>
            </a:r>
            <a:endParaRPr lang="en-IN" sz="1600" dirty="0"/>
          </a:p>
        </p:txBody>
      </p:sp>
      <p:sp>
        <p:nvSpPr>
          <p:cNvPr id="37" name="TextBox 36">
            <a:extLst>
              <a:ext uri="{FF2B5EF4-FFF2-40B4-BE49-F238E27FC236}">
                <a16:creationId xmlns:a16="http://schemas.microsoft.com/office/drawing/2014/main" id="{B27C0C87-F6C6-2739-E84D-20DBA968989B}"/>
              </a:ext>
            </a:extLst>
          </p:cNvPr>
          <p:cNvSpPr txBox="1"/>
          <p:nvPr/>
        </p:nvSpPr>
        <p:spPr>
          <a:xfrm>
            <a:off x="9531929" y="2530764"/>
            <a:ext cx="1638589" cy="584775"/>
          </a:xfrm>
          <a:prstGeom prst="rect">
            <a:avLst/>
          </a:prstGeom>
          <a:noFill/>
        </p:spPr>
        <p:txBody>
          <a:bodyPr wrap="square" rtlCol="0">
            <a:spAutoFit/>
          </a:bodyPr>
          <a:lstStyle/>
          <a:p>
            <a:r>
              <a:rPr lang="en-IN" sz="1600" dirty="0"/>
              <a:t>No real-time alert system</a:t>
            </a:r>
          </a:p>
        </p:txBody>
      </p:sp>
      <p:sp>
        <p:nvSpPr>
          <p:cNvPr id="38" name="TextBox 37">
            <a:extLst>
              <a:ext uri="{FF2B5EF4-FFF2-40B4-BE49-F238E27FC236}">
                <a16:creationId xmlns:a16="http://schemas.microsoft.com/office/drawing/2014/main" id="{1257CABC-D468-0A14-5B78-9C7EC7C6FC6C}"/>
              </a:ext>
            </a:extLst>
          </p:cNvPr>
          <p:cNvSpPr txBox="1"/>
          <p:nvPr/>
        </p:nvSpPr>
        <p:spPr>
          <a:xfrm>
            <a:off x="1505532" y="3414809"/>
            <a:ext cx="1486376" cy="383523"/>
          </a:xfrm>
          <a:prstGeom prst="rect">
            <a:avLst/>
          </a:prstGeom>
          <a:noFill/>
        </p:spPr>
        <p:txBody>
          <a:bodyPr wrap="square" rtlCol="0">
            <a:spAutoFit/>
          </a:bodyPr>
          <a:lstStyle/>
          <a:p>
            <a:r>
              <a:rPr lang="en-IN" dirty="0"/>
              <a:t>IEEE Access</a:t>
            </a:r>
          </a:p>
        </p:txBody>
      </p:sp>
      <p:sp>
        <p:nvSpPr>
          <p:cNvPr id="39" name="TextBox 38">
            <a:extLst>
              <a:ext uri="{FF2B5EF4-FFF2-40B4-BE49-F238E27FC236}">
                <a16:creationId xmlns:a16="http://schemas.microsoft.com/office/drawing/2014/main" id="{B30BFDFD-2217-DB53-7E03-E2A1AA5A36A0}"/>
              </a:ext>
            </a:extLst>
          </p:cNvPr>
          <p:cNvSpPr txBox="1"/>
          <p:nvPr/>
        </p:nvSpPr>
        <p:spPr>
          <a:xfrm>
            <a:off x="3316086" y="3500582"/>
            <a:ext cx="803327" cy="369332"/>
          </a:xfrm>
          <a:prstGeom prst="rect">
            <a:avLst/>
          </a:prstGeom>
          <a:noFill/>
        </p:spPr>
        <p:txBody>
          <a:bodyPr wrap="square" rtlCol="0">
            <a:spAutoFit/>
          </a:bodyPr>
          <a:lstStyle/>
          <a:p>
            <a:r>
              <a:rPr lang="en-IN" dirty="0"/>
              <a:t>2023</a:t>
            </a:r>
          </a:p>
        </p:txBody>
      </p:sp>
      <p:sp>
        <p:nvSpPr>
          <p:cNvPr id="40" name="TextBox 39">
            <a:extLst>
              <a:ext uri="{FF2B5EF4-FFF2-40B4-BE49-F238E27FC236}">
                <a16:creationId xmlns:a16="http://schemas.microsoft.com/office/drawing/2014/main" id="{FE06FE7E-4FF2-8FA2-7887-173A05087582}"/>
              </a:ext>
            </a:extLst>
          </p:cNvPr>
          <p:cNvSpPr txBox="1"/>
          <p:nvPr/>
        </p:nvSpPr>
        <p:spPr>
          <a:xfrm>
            <a:off x="4507345" y="3325091"/>
            <a:ext cx="2133595" cy="369332"/>
          </a:xfrm>
          <a:prstGeom prst="rect">
            <a:avLst/>
          </a:prstGeom>
          <a:noFill/>
        </p:spPr>
        <p:txBody>
          <a:bodyPr wrap="square" rtlCol="0">
            <a:spAutoFit/>
          </a:bodyPr>
          <a:lstStyle/>
          <a:p>
            <a:r>
              <a:rPr lang="en-IN" dirty="0"/>
              <a:t>ML in Heat Mapping</a:t>
            </a:r>
          </a:p>
        </p:txBody>
      </p:sp>
      <p:sp>
        <p:nvSpPr>
          <p:cNvPr id="41" name="TextBox 40">
            <a:extLst>
              <a:ext uri="{FF2B5EF4-FFF2-40B4-BE49-F238E27FC236}">
                <a16:creationId xmlns:a16="http://schemas.microsoft.com/office/drawing/2014/main" id="{9CE8C88F-5A45-AC06-5CDD-C90C431C8108}"/>
              </a:ext>
            </a:extLst>
          </p:cNvPr>
          <p:cNvSpPr txBox="1"/>
          <p:nvPr/>
        </p:nvSpPr>
        <p:spPr>
          <a:xfrm>
            <a:off x="6797968" y="3155957"/>
            <a:ext cx="2359873" cy="830997"/>
          </a:xfrm>
          <a:prstGeom prst="rect">
            <a:avLst/>
          </a:prstGeom>
          <a:noFill/>
        </p:spPr>
        <p:txBody>
          <a:bodyPr wrap="square" rtlCol="0">
            <a:spAutoFit/>
          </a:bodyPr>
          <a:lstStyle/>
          <a:p>
            <a:r>
              <a:rPr lang="en-US" sz="1600" dirty="0"/>
              <a:t>Uses machine learning to predict temperature and heat patterns</a:t>
            </a:r>
            <a:endParaRPr lang="en-IN" sz="1600" dirty="0"/>
          </a:p>
        </p:txBody>
      </p:sp>
      <p:sp>
        <p:nvSpPr>
          <p:cNvPr id="42" name="TextBox 41">
            <a:extLst>
              <a:ext uri="{FF2B5EF4-FFF2-40B4-BE49-F238E27FC236}">
                <a16:creationId xmlns:a16="http://schemas.microsoft.com/office/drawing/2014/main" id="{4E3BBAFD-06C8-FE4B-EFBB-58241EAD155B}"/>
              </a:ext>
            </a:extLst>
          </p:cNvPr>
          <p:cNvSpPr txBox="1"/>
          <p:nvPr/>
        </p:nvSpPr>
        <p:spPr>
          <a:xfrm>
            <a:off x="9531929" y="3167916"/>
            <a:ext cx="1587794" cy="584775"/>
          </a:xfrm>
          <a:prstGeom prst="rect">
            <a:avLst/>
          </a:prstGeom>
          <a:noFill/>
        </p:spPr>
        <p:txBody>
          <a:bodyPr wrap="square" rtlCol="0">
            <a:spAutoFit/>
          </a:bodyPr>
          <a:lstStyle/>
          <a:p>
            <a:r>
              <a:rPr lang="en-IN" sz="1600" dirty="0"/>
              <a:t>No visualization dashboard</a:t>
            </a:r>
          </a:p>
        </p:txBody>
      </p:sp>
      <p:sp>
        <p:nvSpPr>
          <p:cNvPr id="43" name="TextBox 42">
            <a:extLst>
              <a:ext uri="{FF2B5EF4-FFF2-40B4-BE49-F238E27FC236}">
                <a16:creationId xmlns:a16="http://schemas.microsoft.com/office/drawing/2014/main" id="{7B08750C-F93A-779A-3962-76AE27AA42D5}"/>
              </a:ext>
            </a:extLst>
          </p:cNvPr>
          <p:cNvSpPr txBox="1"/>
          <p:nvPr/>
        </p:nvSpPr>
        <p:spPr>
          <a:xfrm>
            <a:off x="1431636" y="4359564"/>
            <a:ext cx="1390072" cy="369332"/>
          </a:xfrm>
          <a:prstGeom prst="rect">
            <a:avLst/>
          </a:prstGeom>
          <a:noFill/>
        </p:spPr>
        <p:txBody>
          <a:bodyPr wrap="square" rtlCol="0">
            <a:spAutoFit/>
          </a:bodyPr>
          <a:lstStyle/>
          <a:p>
            <a:r>
              <a:rPr lang="en-IN" dirty="0"/>
              <a:t>     WHO</a:t>
            </a:r>
          </a:p>
        </p:txBody>
      </p:sp>
      <p:sp>
        <p:nvSpPr>
          <p:cNvPr id="44" name="TextBox 43">
            <a:extLst>
              <a:ext uri="{FF2B5EF4-FFF2-40B4-BE49-F238E27FC236}">
                <a16:creationId xmlns:a16="http://schemas.microsoft.com/office/drawing/2014/main" id="{87205CFB-EAA9-C153-3913-03726BF3D033}"/>
              </a:ext>
            </a:extLst>
          </p:cNvPr>
          <p:cNvSpPr txBox="1"/>
          <p:nvPr/>
        </p:nvSpPr>
        <p:spPr>
          <a:xfrm>
            <a:off x="3316086" y="4285673"/>
            <a:ext cx="803327" cy="646331"/>
          </a:xfrm>
          <a:prstGeom prst="rect">
            <a:avLst/>
          </a:prstGeom>
          <a:noFill/>
        </p:spPr>
        <p:txBody>
          <a:bodyPr wrap="square" rtlCol="0">
            <a:spAutoFit/>
          </a:bodyPr>
          <a:lstStyle/>
          <a:p>
            <a:r>
              <a:rPr lang="en-IN" dirty="0"/>
              <a:t>2023</a:t>
            </a:r>
          </a:p>
          <a:p>
            <a:endParaRPr lang="en-IN" dirty="0"/>
          </a:p>
        </p:txBody>
      </p:sp>
      <p:sp>
        <p:nvSpPr>
          <p:cNvPr id="45" name="TextBox 44">
            <a:extLst>
              <a:ext uri="{FF2B5EF4-FFF2-40B4-BE49-F238E27FC236}">
                <a16:creationId xmlns:a16="http://schemas.microsoft.com/office/drawing/2014/main" id="{B9B3DC9A-29D1-E98C-DD72-17FF18122DBD}"/>
              </a:ext>
            </a:extLst>
          </p:cNvPr>
          <p:cNvSpPr txBox="1"/>
          <p:nvPr/>
        </p:nvSpPr>
        <p:spPr>
          <a:xfrm>
            <a:off x="4507345" y="4285673"/>
            <a:ext cx="2133589" cy="369332"/>
          </a:xfrm>
          <a:prstGeom prst="rect">
            <a:avLst/>
          </a:prstGeom>
          <a:noFill/>
        </p:spPr>
        <p:txBody>
          <a:bodyPr wrap="square" rtlCol="0">
            <a:spAutoFit/>
          </a:bodyPr>
          <a:lstStyle/>
          <a:p>
            <a:r>
              <a:rPr lang="en-IN" dirty="0"/>
              <a:t>Heat Alert Systems</a:t>
            </a:r>
          </a:p>
        </p:txBody>
      </p:sp>
      <p:sp>
        <p:nvSpPr>
          <p:cNvPr id="46" name="TextBox 45">
            <a:extLst>
              <a:ext uri="{FF2B5EF4-FFF2-40B4-BE49-F238E27FC236}">
                <a16:creationId xmlns:a16="http://schemas.microsoft.com/office/drawing/2014/main" id="{5E1CD658-FC41-9A17-64D8-AE5EB663390D}"/>
              </a:ext>
            </a:extLst>
          </p:cNvPr>
          <p:cNvSpPr txBox="1"/>
          <p:nvPr/>
        </p:nvSpPr>
        <p:spPr>
          <a:xfrm>
            <a:off x="6807186" y="4077393"/>
            <a:ext cx="2433779" cy="830997"/>
          </a:xfrm>
          <a:prstGeom prst="rect">
            <a:avLst/>
          </a:prstGeom>
          <a:noFill/>
        </p:spPr>
        <p:txBody>
          <a:bodyPr wrap="square" rtlCol="0">
            <a:spAutoFit/>
          </a:bodyPr>
          <a:lstStyle/>
          <a:p>
            <a:r>
              <a:rPr lang="en-US" sz="1600" dirty="0"/>
              <a:t>Provides early warning system for extreme heat conditions</a:t>
            </a:r>
            <a:endParaRPr lang="en-IN" sz="1600" dirty="0"/>
          </a:p>
        </p:txBody>
      </p:sp>
      <p:sp>
        <p:nvSpPr>
          <p:cNvPr id="47" name="TextBox 46">
            <a:extLst>
              <a:ext uri="{FF2B5EF4-FFF2-40B4-BE49-F238E27FC236}">
                <a16:creationId xmlns:a16="http://schemas.microsoft.com/office/drawing/2014/main" id="{5BEB4044-99DD-6DC0-91E7-BC5E0369B315}"/>
              </a:ext>
            </a:extLst>
          </p:cNvPr>
          <p:cNvSpPr txBox="1"/>
          <p:nvPr/>
        </p:nvSpPr>
        <p:spPr>
          <a:xfrm>
            <a:off x="9531929" y="4189159"/>
            <a:ext cx="1487053" cy="584775"/>
          </a:xfrm>
          <a:prstGeom prst="rect">
            <a:avLst/>
          </a:prstGeom>
          <a:noFill/>
        </p:spPr>
        <p:txBody>
          <a:bodyPr wrap="square" rtlCol="0">
            <a:spAutoFit/>
          </a:bodyPr>
          <a:lstStyle/>
          <a:p>
            <a:r>
              <a:rPr lang="en-IN" sz="1600" dirty="0"/>
              <a:t>No hyperlocal </a:t>
            </a:r>
          </a:p>
          <a:p>
            <a:r>
              <a:rPr lang="en-IN" sz="1600" dirty="0"/>
              <a:t>analysis</a:t>
            </a:r>
          </a:p>
        </p:txBody>
      </p:sp>
      <p:sp>
        <p:nvSpPr>
          <p:cNvPr id="48" name="TextBox 47">
            <a:extLst>
              <a:ext uri="{FF2B5EF4-FFF2-40B4-BE49-F238E27FC236}">
                <a16:creationId xmlns:a16="http://schemas.microsoft.com/office/drawing/2014/main" id="{0B7E83FD-7B38-C290-3368-DB44F8FBA227}"/>
              </a:ext>
            </a:extLst>
          </p:cNvPr>
          <p:cNvSpPr txBox="1"/>
          <p:nvPr/>
        </p:nvSpPr>
        <p:spPr>
          <a:xfrm>
            <a:off x="1326094" y="5089357"/>
            <a:ext cx="1665814" cy="369332"/>
          </a:xfrm>
          <a:prstGeom prst="rect">
            <a:avLst/>
          </a:prstGeom>
          <a:noFill/>
        </p:spPr>
        <p:txBody>
          <a:bodyPr wrap="square" rtlCol="0">
            <a:spAutoFit/>
          </a:bodyPr>
          <a:lstStyle/>
          <a:p>
            <a:r>
              <a:rPr lang="en-IN" dirty="0"/>
              <a:t>P. Siddiqui et al</a:t>
            </a:r>
          </a:p>
        </p:txBody>
      </p:sp>
      <p:sp>
        <p:nvSpPr>
          <p:cNvPr id="49" name="TextBox 48">
            <a:extLst>
              <a:ext uri="{FF2B5EF4-FFF2-40B4-BE49-F238E27FC236}">
                <a16:creationId xmlns:a16="http://schemas.microsoft.com/office/drawing/2014/main" id="{17E64CD5-9D77-4F43-A5EE-78038398F4E0}"/>
              </a:ext>
            </a:extLst>
          </p:cNvPr>
          <p:cNvSpPr txBox="1"/>
          <p:nvPr/>
        </p:nvSpPr>
        <p:spPr>
          <a:xfrm>
            <a:off x="3223491" y="5089357"/>
            <a:ext cx="951346" cy="369332"/>
          </a:xfrm>
          <a:prstGeom prst="rect">
            <a:avLst/>
          </a:prstGeom>
          <a:noFill/>
        </p:spPr>
        <p:txBody>
          <a:bodyPr wrap="square" rtlCol="0">
            <a:spAutoFit/>
          </a:bodyPr>
          <a:lstStyle/>
          <a:p>
            <a:r>
              <a:rPr lang="en-IN" dirty="0"/>
              <a:t>  2022</a:t>
            </a:r>
          </a:p>
        </p:txBody>
      </p:sp>
      <p:sp>
        <p:nvSpPr>
          <p:cNvPr id="50" name="TextBox 49">
            <a:extLst>
              <a:ext uri="{FF2B5EF4-FFF2-40B4-BE49-F238E27FC236}">
                <a16:creationId xmlns:a16="http://schemas.microsoft.com/office/drawing/2014/main" id="{4F3E094A-9265-C4E0-B9D5-FAA4BAB2CDFD}"/>
              </a:ext>
            </a:extLst>
          </p:cNvPr>
          <p:cNvSpPr txBox="1"/>
          <p:nvPr/>
        </p:nvSpPr>
        <p:spPr>
          <a:xfrm>
            <a:off x="4507345" y="5089357"/>
            <a:ext cx="2045852" cy="369332"/>
          </a:xfrm>
          <a:prstGeom prst="rect">
            <a:avLst/>
          </a:prstGeom>
          <a:noFill/>
        </p:spPr>
        <p:txBody>
          <a:bodyPr wrap="square" rtlCol="0">
            <a:spAutoFit/>
          </a:bodyPr>
          <a:lstStyle/>
          <a:p>
            <a:r>
              <a:rPr lang="en-IN" dirty="0"/>
              <a:t>GIS Heat Mapping</a:t>
            </a:r>
          </a:p>
        </p:txBody>
      </p:sp>
      <p:sp>
        <p:nvSpPr>
          <p:cNvPr id="51" name="TextBox 50">
            <a:extLst>
              <a:ext uri="{FF2B5EF4-FFF2-40B4-BE49-F238E27FC236}">
                <a16:creationId xmlns:a16="http://schemas.microsoft.com/office/drawing/2014/main" id="{B89A2A7A-813A-9824-58CC-0D34167C8F90}"/>
              </a:ext>
            </a:extLst>
          </p:cNvPr>
          <p:cNvSpPr txBox="1"/>
          <p:nvPr/>
        </p:nvSpPr>
        <p:spPr>
          <a:xfrm>
            <a:off x="6797968" y="4932004"/>
            <a:ext cx="2442994" cy="830997"/>
          </a:xfrm>
          <a:prstGeom prst="rect">
            <a:avLst/>
          </a:prstGeom>
          <a:noFill/>
        </p:spPr>
        <p:txBody>
          <a:bodyPr wrap="square" rtlCol="0">
            <a:spAutoFit/>
          </a:bodyPr>
          <a:lstStyle/>
          <a:p>
            <a:r>
              <a:rPr lang="en-US" sz="1600" dirty="0"/>
              <a:t>Uses GIS and remote sensing to identify heat vulnerable areas</a:t>
            </a:r>
            <a:endParaRPr lang="en-IN" sz="1600" dirty="0"/>
          </a:p>
        </p:txBody>
      </p:sp>
      <p:sp>
        <p:nvSpPr>
          <p:cNvPr id="52" name="TextBox 51">
            <a:extLst>
              <a:ext uri="{FF2B5EF4-FFF2-40B4-BE49-F238E27FC236}">
                <a16:creationId xmlns:a16="http://schemas.microsoft.com/office/drawing/2014/main" id="{1542C38D-9FDE-380D-2EDE-C1170E9E2F08}"/>
              </a:ext>
            </a:extLst>
          </p:cNvPr>
          <p:cNvSpPr txBox="1"/>
          <p:nvPr/>
        </p:nvSpPr>
        <p:spPr>
          <a:xfrm>
            <a:off x="9402609" y="5057590"/>
            <a:ext cx="1945154" cy="584775"/>
          </a:xfrm>
          <a:prstGeom prst="rect">
            <a:avLst/>
          </a:prstGeom>
          <a:noFill/>
        </p:spPr>
        <p:txBody>
          <a:bodyPr wrap="square" rtlCol="0">
            <a:spAutoFit/>
          </a:bodyPr>
          <a:lstStyle/>
          <a:p>
            <a:r>
              <a:rPr lang="en-IN" sz="1600" dirty="0"/>
              <a:t>No machine learning </a:t>
            </a:r>
          </a:p>
          <a:p>
            <a:r>
              <a:rPr lang="en-IN" sz="1600" dirty="0"/>
              <a:t>prediction</a:t>
            </a:r>
          </a:p>
        </p:txBody>
      </p:sp>
      <p:sp>
        <p:nvSpPr>
          <p:cNvPr id="53" name="TextBox 52">
            <a:extLst>
              <a:ext uri="{FF2B5EF4-FFF2-40B4-BE49-F238E27FC236}">
                <a16:creationId xmlns:a16="http://schemas.microsoft.com/office/drawing/2014/main" id="{CF054210-97BC-AFE3-987B-105849D799D4}"/>
              </a:ext>
            </a:extLst>
          </p:cNvPr>
          <p:cNvSpPr txBox="1"/>
          <p:nvPr/>
        </p:nvSpPr>
        <p:spPr>
          <a:xfrm>
            <a:off x="1326094" y="5892800"/>
            <a:ext cx="1708048" cy="646331"/>
          </a:xfrm>
          <a:prstGeom prst="rect">
            <a:avLst/>
          </a:prstGeom>
          <a:noFill/>
        </p:spPr>
        <p:txBody>
          <a:bodyPr wrap="square" rtlCol="0">
            <a:spAutoFit/>
          </a:bodyPr>
          <a:lstStyle/>
          <a:p>
            <a:r>
              <a:rPr lang="en-IN" dirty="0"/>
              <a:t>Sheridan &amp;    Kalkstein</a:t>
            </a:r>
          </a:p>
        </p:txBody>
      </p:sp>
      <p:sp>
        <p:nvSpPr>
          <p:cNvPr id="54" name="TextBox 53">
            <a:extLst>
              <a:ext uri="{FF2B5EF4-FFF2-40B4-BE49-F238E27FC236}">
                <a16:creationId xmlns:a16="http://schemas.microsoft.com/office/drawing/2014/main" id="{F242E6BC-2545-5DEE-0313-17D859C8360B}"/>
              </a:ext>
            </a:extLst>
          </p:cNvPr>
          <p:cNvSpPr txBox="1"/>
          <p:nvPr/>
        </p:nvSpPr>
        <p:spPr>
          <a:xfrm>
            <a:off x="3316086" y="6049819"/>
            <a:ext cx="729440" cy="369332"/>
          </a:xfrm>
          <a:prstGeom prst="rect">
            <a:avLst/>
          </a:prstGeom>
          <a:noFill/>
        </p:spPr>
        <p:txBody>
          <a:bodyPr wrap="square" rtlCol="0">
            <a:spAutoFit/>
          </a:bodyPr>
          <a:lstStyle/>
          <a:p>
            <a:r>
              <a:rPr lang="en-IN" dirty="0"/>
              <a:t>2022</a:t>
            </a:r>
          </a:p>
        </p:txBody>
      </p:sp>
      <p:sp>
        <p:nvSpPr>
          <p:cNvPr id="55" name="TextBox 54">
            <a:extLst>
              <a:ext uri="{FF2B5EF4-FFF2-40B4-BE49-F238E27FC236}">
                <a16:creationId xmlns:a16="http://schemas.microsoft.com/office/drawing/2014/main" id="{DC761BBD-310F-92BE-F69D-DAA29D488CD9}"/>
              </a:ext>
            </a:extLst>
          </p:cNvPr>
          <p:cNvSpPr txBox="1"/>
          <p:nvPr/>
        </p:nvSpPr>
        <p:spPr>
          <a:xfrm>
            <a:off x="4419607" y="5912201"/>
            <a:ext cx="2212111" cy="646331"/>
          </a:xfrm>
          <a:prstGeom prst="rect">
            <a:avLst/>
          </a:prstGeom>
          <a:noFill/>
        </p:spPr>
        <p:txBody>
          <a:bodyPr wrap="square" rtlCol="0">
            <a:spAutoFit/>
          </a:bodyPr>
          <a:lstStyle/>
          <a:p>
            <a:r>
              <a:rPr lang="en-IN"/>
              <a:t>Heat Vulnerability Index</a:t>
            </a:r>
            <a:endParaRPr lang="en-IN" dirty="0"/>
          </a:p>
        </p:txBody>
      </p:sp>
      <p:sp>
        <p:nvSpPr>
          <p:cNvPr id="56" name="TextBox 55">
            <a:extLst>
              <a:ext uri="{FF2B5EF4-FFF2-40B4-BE49-F238E27FC236}">
                <a16:creationId xmlns:a16="http://schemas.microsoft.com/office/drawing/2014/main" id="{553F469D-7173-8F56-DAA7-58AB7DD900B5}"/>
              </a:ext>
            </a:extLst>
          </p:cNvPr>
          <p:cNvSpPr txBox="1"/>
          <p:nvPr/>
        </p:nvSpPr>
        <p:spPr>
          <a:xfrm>
            <a:off x="6807185" y="5837870"/>
            <a:ext cx="2512289" cy="830997"/>
          </a:xfrm>
          <a:prstGeom prst="rect">
            <a:avLst/>
          </a:prstGeom>
          <a:noFill/>
        </p:spPr>
        <p:txBody>
          <a:bodyPr wrap="square" rtlCol="0">
            <a:spAutoFit/>
          </a:bodyPr>
          <a:lstStyle/>
          <a:p>
            <a:r>
              <a:rPr lang="en-US" sz="1600" dirty="0"/>
              <a:t>Combines environmental and social factors to find risk zones</a:t>
            </a:r>
            <a:endParaRPr lang="en-IN" sz="1600" dirty="0"/>
          </a:p>
        </p:txBody>
      </p:sp>
      <p:sp>
        <p:nvSpPr>
          <p:cNvPr id="57" name="TextBox 56">
            <a:extLst>
              <a:ext uri="{FF2B5EF4-FFF2-40B4-BE49-F238E27FC236}">
                <a16:creationId xmlns:a16="http://schemas.microsoft.com/office/drawing/2014/main" id="{9D245BA2-251A-CF2E-ED7F-4C007848730F}"/>
              </a:ext>
            </a:extLst>
          </p:cNvPr>
          <p:cNvSpPr txBox="1"/>
          <p:nvPr/>
        </p:nvSpPr>
        <p:spPr>
          <a:xfrm>
            <a:off x="9402609" y="5912201"/>
            <a:ext cx="1847280" cy="584775"/>
          </a:xfrm>
          <a:prstGeom prst="rect">
            <a:avLst/>
          </a:prstGeom>
          <a:noFill/>
        </p:spPr>
        <p:txBody>
          <a:bodyPr wrap="square" rtlCol="0">
            <a:spAutoFit/>
          </a:bodyPr>
          <a:lstStyle/>
          <a:p>
            <a:r>
              <a:rPr lang="en-IN" sz="1600" dirty="0"/>
              <a:t>No real-time monitoring</a:t>
            </a:r>
          </a:p>
        </p:txBody>
      </p:sp>
    </p:spTree>
    <p:extLst>
      <p:ext uri="{BB962C8B-B14F-4D97-AF65-F5344CB8AC3E}">
        <p14:creationId xmlns:p14="http://schemas.microsoft.com/office/powerpoint/2010/main" val="38183639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47B12-C6B8-F573-73A8-DF5AB8372839}"/>
              </a:ext>
            </a:extLst>
          </p:cNvPr>
          <p:cNvSpPr>
            <a:spLocks noGrp="1"/>
          </p:cNvSpPr>
          <p:nvPr>
            <p:ph type="title"/>
          </p:nvPr>
        </p:nvSpPr>
        <p:spPr>
          <a:xfrm>
            <a:off x="221673" y="365125"/>
            <a:ext cx="11132127" cy="1325563"/>
          </a:xfrm>
        </p:spPr>
        <p:txBody>
          <a:bodyPr/>
          <a:lstStyle/>
          <a:p>
            <a:r>
              <a:rPr lang="en-IN" b="1" dirty="0">
                <a:latin typeface="Times New Roman" panose="02020603050405020304" pitchFamily="18" charset="0"/>
                <a:cs typeface="Times New Roman" panose="02020603050405020304" pitchFamily="18" charset="0"/>
              </a:rPr>
              <a:t>Existing Model</a:t>
            </a:r>
            <a:br>
              <a:rPr lang="en-IN" dirty="0"/>
            </a:br>
            <a:endParaRPr lang="en-IN" dirty="0"/>
          </a:p>
        </p:txBody>
      </p:sp>
      <p:sp>
        <p:nvSpPr>
          <p:cNvPr id="4" name="Google Shape;200;p4">
            <a:extLst>
              <a:ext uri="{FF2B5EF4-FFF2-40B4-BE49-F238E27FC236}">
                <a16:creationId xmlns:a16="http://schemas.microsoft.com/office/drawing/2014/main" id="{FAEE3EE9-54A1-0A61-2617-03174B0B18F6}"/>
              </a:ext>
            </a:extLst>
          </p:cNvPr>
          <p:cNvSpPr/>
          <p:nvPr/>
        </p:nvSpPr>
        <p:spPr>
          <a:xfrm>
            <a:off x="-1795503" y="807613"/>
            <a:ext cx="15637398" cy="648072"/>
          </a:xfrm>
          <a:prstGeom prst="mathMinus">
            <a:avLst>
              <a:gd name="adj1" fmla="val 23520"/>
            </a:avLst>
          </a:prstGeom>
          <a:solidFill>
            <a:srgbClr val="4F6128"/>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5" name="Picture 4">
            <a:extLst>
              <a:ext uri="{FF2B5EF4-FFF2-40B4-BE49-F238E27FC236}">
                <a16:creationId xmlns:a16="http://schemas.microsoft.com/office/drawing/2014/main" id="{15AD9CE4-8AAB-2E71-34BE-89F0D65CEE6E}"/>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0990843" y="365125"/>
            <a:ext cx="725914" cy="675249"/>
          </a:xfrm>
          <a:prstGeom prst="rect">
            <a:avLst/>
          </a:prstGeom>
          <a:noFill/>
          <a:ln>
            <a:noFill/>
          </a:ln>
        </p:spPr>
      </p:pic>
      <p:sp>
        <p:nvSpPr>
          <p:cNvPr id="6" name="Rectangle 1">
            <a:extLst>
              <a:ext uri="{FF2B5EF4-FFF2-40B4-BE49-F238E27FC236}">
                <a16:creationId xmlns:a16="http://schemas.microsoft.com/office/drawing/2014/main" id="{B697D7C4-199C-2164-2DDD-C8EA72DB38BB}"/>
              </a:ext>
            </a:extLst>
          </p:cNvPr>
          <p:cNvSpPr>
            <a:spLocks noGrp="1" noChangeArrowheads="1"/>
          </p:cNvSpPr>
          <p:nvPr>
            <p:ph idx="1"/>
          </p:nvPr>
        </p:nvSpPr>
        <p:spPr bwMode="auto">
          <a:xfrm>
            <a:off x="701964" y="1653551"/>
            <a:ext cx="10196945" cy="36269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Most urban heat studies rely on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static satellite analysis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Uses only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single data source (Landsat or weather data)</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integration of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NDVI, NDBI, and ML models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Provides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low spatial resolution results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prediction system</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alert mechanism for extreme heat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1376918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9437" y="342291"/>
            <a:ext cx="10515600" cy="1325563"/>
          </a:xfrm>
        </p:spPr>
        <p:txBody>
          <a:bodyPr>
            <a:normAutofit fontScale="90000"/>
          </a:bodyPr>
          <a:lstStyle/>
          <a:p>
            <a:r>
              <a:rPr lang="en-US" b="1" dirty="0">
                <a:latin typeface="Times New Roman"/>
                <a:ea typeface="Times New Roman"/>
                <a:cs typeface="Times New Roman"/>
                <a:sym typeface="Times New Roman"/>
              </a:rPr>
              <a:t>Problem Identification</a:t>
            </a:r>
            <a:br>
              <a:rPr lang="en-US" b="1" dirty="0">
                <a:latin typeface="Times New Roman"/>
                <a:ea typeface="Times New Roman"/>
                <a:cs typeface="Times New Roman"/>
                <a:sym typeface="Times New Roman"/>
              </a:rPr>
            </a:br>
            <a:br>
              <a:rPr lang="en-US" b="1" dirty="0">
                <a:latin typeface="Times New Roman"/>
                <a:ea typeface="Times New Roman"/>
                <a:cs typeface="Times New Roman"/>
                <a:sym typeface="Times New Roman"/>
              </a:rPr>
            </a:br>
            <a:endParaRPr lang="en-US" b="1" dirty="0"/>
          </a:p>
        </p:txBody>
      </p:sp>
      <p:sp>
        <p:nvSpPr>
          <p:cNvPr id="3" name="Content Placeholder 2"/>
          <p:cNvSpPr>
            <a:spLocks noGrp="1"/>
          </p:cNvSpPr>
          <p:nvPr>
            <p:ph idx="1"/>
          </p:nvPr>
        </p:nvSpPr>
        <p:spPr>
          <a:xfrm>
            <a:off x="838200" y="1825625"/>
            <a:ext cx="9734006" cy="4351338"/>
          </a:xfrm>
        </p:spPr>
        <p:txBody>
          <a:bodyPr/>
          <a:lstStyle/>
          <a:p>
            <a:pPr marL="0" indent="0">
              <a:buNone/>
            </a:pPr>
            <a:r>
              <a:rPr lang="en-US" sz="2400" dirty="0">
                <a:latin typeface="Times New Roman" panose="02020603050405020304" pitchFamily="18" charset="0"/>
                <a:cs typeface="Times New Roman" panose="02020603050405020304" pitchFamily="18" charset="0"/>
              </a:rPr>
              <a:t>Cities are getting hotter due to buildings and less trees</a:t>
            </a:r>
          </a:p>
          <a:p>
            <a:pPr marL="0" indent="0">
              <a:buNone/>
            </a:pPr>
            <a:r>
              <a:rPr lang="en-US" sz="2400" dirty="0">
                <a:latin typeface="Times New Roman" panose="02020603050405020304" pitchFamily="18" charset="0"/>
                <a:cs typeface="Times New Roman" panose="02020603050405020304" pitchFamily="18" charset="0"/>
              </a:rPr>
              <a:t>Existing systems show only overall city temperature</a:t>
            </a:r>
          </a:p>
          <a:p>
            <a:pPr marL="0" indent="0">
              <a:buNone/>
            </a:pPr>
            <a:r>
              <a:rPr lang="en-US" sz="2400" dirty="0">
                <a:latin typeface="Times New Roman" panose="02020603050405020304" pitchFamily="18" charset="0"/>
                <a:cs typeface="Times New Roman" panose="02020603050405020304" pitchFamily="18" charset="0"/>
              </a:rPr>
              <a:t>Cannot identify heat in small areas </a:t>
            </a:r>
          </a:p>
          <a:p>
            <a:pPr marL="0" indent="0">
              <a:buNone/>
            </a:pPr>
            <a:r>
              <a:rPr lang="en-US" sz="2400" dirty="0">
                <a:latin typeface="Times New Roman" panose="02020603050405020304" pitchFamily="18" charset="0"/>
                <a:cs typeface="Times New Roman" panose="02020603050405020304" pitchFamily="18" charset="0"/>
              </a:rPr>
              <a:t>No proper system to detect vulnerable people </a:t>
            </a:r>
          </a:p>
          <a:p>
            <a:pPr marL="0" indent="0">
              <a:buNone/>
            </a:pPr>
            <a:r>
              <a:rPr lang="en-US" sz="2400" dirty="0">
                <a:latin typeface="Times New Roman" panose="02020603050405020304" pitchFamily="18" charset="0"/>
                <a:cs typeface="Times New Roman" panose="02020603050405020304" pitchFamily="18" charset="0"/>
              </a:rPr>
              <a:t>No real-time prediction of temperature </a:t>
            </a:r>
          </a:p>
          <a:p>
            <a:pPr marL="0" indent="0">
              <a:buNone/>
            </a:pPr>
            <a:r>
              <a:rPr lang="en-US" sz="2400" dirty="0">
                <a:latin typeface="Times New Roman" panose="02020603050405020304" pitchFamily="18" charset="0"/>
                <a:cs typeface="Times New Roman" panose="02020603050405020304" pitchFamily="18" charset="0"/>
              </a:rPr>
              <a:t>No alert system for extreme heat</a:t>
            </a:r>
          </a:p>
        </p:txBody>
      </p:sp>
      <p:sp>
        <p:nvSpPr>
          <p:cNvPr id="4" name="Google Shape;280;p8">
            <a:extLst>
              <a:ext uri="{FF2B5EF4-FFF2-40B4-BE49-F238E27FC236}">
                <a16:creationId xmlns:a16="http://schemas.microsoft.com/office/drawing/2014/main" id="{6BCAE7DE-1E97-D98F-166F-049250503FFA}"/>
              </a:ext>
            </a:extLst>
          </p:cNvPr>
          <p:cNvSpPr/>
          <p:nvPr/>
        </p:nvSpPr>
        <p:spPr>
          <a:xfrm>
            <a:off x="-1788159" y="681037"/>
            <a:ext cx="15897698" cy="648072"/>
          </a:xfrm>
          <a:prstGeom prst="mathMinus">
            <a:avLst>
              <a:gd name="adj1" fmla="val 23520"/>
            </a:avLst>
          </a:prstGeom>
          <a:solidFill>
            <a:srgbClr val="4B4B4B"/>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5" name="Picture 4">
            <a:extLst>
              <a:ext uri="{FF2B5EF4-FFF2-40B4-BE49-F238E27FC236}">
                <a16:creationId xmlns:a16="http://schemas.microsoft.com/office/drawing/2014/main" id="{87D6AA9B-D43F-76F7-C52D-FE05A3C47935}"/>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1236178" y="202993"/>
            <a:ext cx="725914" cy="675249"/>
          </a:xfrm>
          <a:prstGeom prst="rect">
            <a:avLst/>
          </a:prstGeom>
          <a:noFill/>
          <a:ln>
            <a:noFill/>
          </a:ln>
        </p:spPr>
      </p:pic>
    </p:spTree>
    <p:extLst>
      <p:ext uri="{BB962C8B-B14F-4D97-AF65-F5344CB8AC3E}">
        <p14:creationId xmlns:p14="http://schemas.microsoft.com/office/powerpoint/2010/main" val="18349637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C2FB5-3AB6-128D-F693-753924835C25}"/>
              </a:ext>
            </a:extLst>
          </p:cNvPr>
          <p:cNvSpPr>
            <a:spLocks noGrp="1"/>
          </p:cNvSpPr>
          <p:nvPr>
            <p:ph type="title"/>
          </p:nvPr>
        </p:nvSpPr>
        <p:spPr>
          <a:xfrm>
            <a:off x="212436" y="-314035"/>
            <a:ext cx="11141364" cy="2004724"/>
          </a:xfrm>
        </p:spPr>
        <p:txBody>
          <a:bodyPr/>
          <a:lstStyle/>
          <a:p>
            <a:r>
              <a:rPr lang="en-IN" b="1" dirty="0">
                <a:latin typeface="Times New Roman" panose="02020603050405020304" pitchFamily="18" charset="0"/>
                <a:cs typeface="Times New Roman" panose="02020603050405020304" pitchFamily="18" charset="0"/>
              </a:rPr>
              <a:t>Proposed Model</a:t>
            </a:r>
          </a:p>
        </p:txBody>
      </p:sp>
      <p:sp>
        <p:nvSpPr>
          <p:cNvPr id="3" name="Content Placeholder 2">
            <a:extLst>
              <a:ext uri="{FF2B5EF4-FFF2-40B4-BE49-F238E27FC236}">
                <a16:creationId xmlns:a16="http://schemas.microsoft.com/office/drawing/2014/main" id="{AE550BFC-DC5C-59E0-426F-0D287E43E7D1}"/>
              </a:ext>
            </a:extLst>
          </p:cNvPr>
          <p:cNvSpPr>
            <a:spLocks noGrp="1"/>
          </p:cNvSpPr>
          <p:nvPr>
            <p:ph idx="1"/>
          </p:nvPr>
        </p:nvSpPr>
        <p:spPr>
          <a:xfrm>
            <a:off x="838200" y="1690688"/>
            <a:ext cx="10515600" cy="4331421"/>
          </a:xfrm>
        </p:spPr>
        <p:txBody>
          <a:bodyPr>
            <a:noAutofit/>
          </a:bodyPr>
          <a:lstStyle/>
          <a:p>
            <a:r>
              <a:rPr lang="en-US" sz="2400" dirty="0">
                <a:latin typeface="Times New Roman" panose="02020603050405020304" pitchFamily="18" charset="0"/>
                <a:cs typeface="Times New Roman" panose="02020603050405020304" pitchFamily="18" charset="0"/>
              </a:rPr>
              <a:t>System divides city into small areas Collects data from satellite and weather Uses features: NDVI </a:t>
            </a:r>
          </a:p>
          <a:p>
            <a:r>
              <a:rPr lang="en-US" sz="2400" dirty="0">
                <a:latin typeface="Times New Roman" panose="02020603050405020304" pitchFamily="18" charset="0"/>
                <a:cs typeface="Times New Roman" panose="02020603050405020304" pitchFamily="18" charset="0"/>
              </a:rPr>
              <a:t>NDBI </a:t>
            </a:r>
          </a:p>
          <a:p>
            <a:r>
              <a:rPr lang="en-US" sz="2400" b="1" dirty="0">
                <a:latin typeface="Times New Roman" panose="02020603050405020304" pitchFamily="18" charset="0"/>
                <a:cs typeface="Times New Roman" panose="02020603050405020304" pitchFamily="18" charset="0"/>
              </a:rPr>
              <a:t>Time (morning, afternoon, evening)</a:t>
            </a:r>
            <a:r>
              <a:rPr lang="en-US" sz="24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Year </a:t>
            </a:r>
          </a:p>
          <a:p>
            <a:r>
              <a:rPr lang="en-US" sz="2400" dirty="0">
                <a:latin typeface="Times New Roman" panose="02020603050405020304" pitchFamily="18" charset="0"/>
                <a:cs typeface="Times New Roman" panose="02020603050405020304" pitchFamily="18" charset="0"/>
              </a:rPr>
              <a:t>Uses </a:t>
            </a:r>
            <a:r>
              <a:rPr lang="en-US" sz="2400" b="1" dirty="0">
                <a:latin typeface="Times New Roman" panose="02020603050405020304" pitchFamily="18" charset="0"/>
                <a:cs typeface="Times New Roman" panose="02020603050405020304" pitchFamily="18" charset="0"/>
              </a:rPr>
              <a:t>Machine Learning (Random Forest)</a:t>
            </a:r>
            <a:r>
              <a:rPr lang="en-US" sz="24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Predicts temperature based on location and time</a:t>
            </a:r>
          </a:p>
          <a:p>
            <a:r>
              <a:rPr lang="en-US" sz="2400" dirty="0">
                <a:latin typeface="Times New Roman" panose="02020603050405020304" pitchFamily="18" charset="0"/>
                <a:cs typeface="Times New Roman" panose="02020603050405020304" pitchFamily="18" charset="0"/>
              </a:rPr>
              <a:t> Shows result in </a:t>
            </a:r>
            <a:r>
              <a:rPr lang="en-US" sz="2400" b="1" dirty="0">
                <a:latin typeface="Times New Roman" panose="02020603050405020304" pitchFamily="18" charset="0"/>
                <a:cs typeface="Times New Roman" panose="02020603050405020304" pitchFamily="18" charset="0"/>
              </a:rPr>
              <a:t>heatmap</a:t>
            </a:r>
          </a:p>
          <a:p>
            <a:r>
              <a:rPr lang="en-US" sz="2400" dirty="0">
                <a:latin typeface="Times New Roman" panose="02020603050405020304" pitchFamily="18" charset="0"/>
                <a:cs typeface="Times New Roman" panose="02020603050405020304" pitchFamily="18" charset="0"/>
              </a:rPr>
              <a:t> Calculates </a:t>
            </a:r>
            <a:r>
              <a:rPr lang="en-US" sz="2400" b="1" dirty="0">
                <a:latin typeface="Times New Roman" panose="02020603050405020304" pitchFamily="18" charset="0"/>
                <a:cs typeface="Times New Roman" panose="02020603050405020304" pitchFamily="18" charset="0"/>
              </a:rPr>
              <a:t>risk level</a:t>
            </a:r>
            <a:r>
              <a:rPr lang="en-US" sz="24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Gives </a:t>
            </a:r>
            <a:r>
              <a:rPr lang="en-US" sz="2400" b="1" dirty="0">
                <a:latin typeface="Times New Roman" panose="02020603050405020304" pitchFamily="18" charset="0"/>
                <a:cs typeface="Times New Roman" panose="02020603050405020304" pitchFamily="18" charset="0"/>
              </a:rPr>
              <a:t>alerts</a:t>
            </a:r>
            <a:r>
              <a:rPr lang="en-US" sz="2400" dirty="0">
                <a:latin typeface="Times New Roman" panose="02020603050405020304" pitchFamily="18" charset="0"/>
                <a:cs typeface="Times New Roman" panose="02020603050405020304" pitchFamily="18" charset="0"/>
              </a:rPr>
              <a:t> when temperature is high</a:t>
            </a:r>
          </a:p>
          <a:p>
            <a:r>
              <a:rPr lang="en-US" sz="2400" dirty="0">
                <a:latin typeface="Times New Roman" panose="02020603050405020304" pitchFamily="18" charset="0"/>
                <a:cs typeface="Times New Roman" panose="02020603050405020304" pitchFamily="18" charset="0"/>
              </a:rPr>
              <a:t> Built using </a:t>
            </a:r>
            <a:r>
              <a:rPr lang="en-US" sz="2400" b="1" dirty="0" err="1">
                <a:latin typeface="Times New Roman" panose="02020603050405020304" pitchFamily="18" charset="0"/>
                <a:cs typeface="Times New Roman" panose="02020603050405020304" pitchFamily="18" charset="0"/>
              </a:rPr>
              <a:t>Streamlit</a:t>
            </a:r>
            <a:r>
              <a:rPr lang="en-US" sz="2400" dirty="0">
                <a:latin typeface="Times New Roman" panose="02020603050405020304" pitchFamily="18" charset="0"/>
                <a:cs typeface="Times New Roman" panose="02020603050405020304" pitchFamily="18" charset="0"/>
              </a:rPr>
              <a:t> </a:t>
            </a:r>
          </a:p>
        </p:txBody>
      </p:sp>
      <p:sp>
        <p:nvSpPr>
          <p:cNvPr id="4" name="Google Shape;200;p4">
            <a:extLst>
              <a:ext uri="{FF2B5EF4-FFF2-40B4-BE49-F238E27FC236}">
                <a16:creationId xmlns:a16="http://schemas.microsoft.com/office/drawing/2014/main" id="{C161C747-51FA-291A-0F67-060AC43FCACF}"/>
              </a:ext>
            </a:extLst>
          </p:cNvPr>
          <p:cNvSpPr/>
          <p:nvPr/>
        </p:nvSpPr>
        <p:spPr>
          <a:xfrm>
            <a:off x="-1793123" y="675572"/>
            <a:ext cx="15637398" cy="648072"/>
          </a:xfrm>
          <a:prstGeom prst="mathMinus">
            <a:avLst>
              <a:gd name="adj1" fmla="val 23520"/>
            </a:avLst>
          </a:prstGeom>
          <a:solidFill>
            <a:srgbClr val="4F6128"/>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5" name="Picture 4">
            <a:extLst>
              <a:ext uri="{FF2B5EF4-FFF2-40B4-BE49-F238E27FC236}">
                <a16:creationId xmlns:a16="http://schemas.microsoft.com/office/drawing/2014/main" id="{B3C4F63B-C9B9-5220-F01A-2D1076686FC4}"/>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1147862" y="161959"/>
            <a:ext cx="725914" cy="675249"/>
          </a:xfrm>
          <a:prstGeom prst="rect">
            <a:avLst/>
          </a:prstGeom>
          <a:noFill/>
          <a:ln>
            <a:noFill/>
          </a:ln>
        </p:spPr>
      </p:pic>
    </p:spTree>
    <p:extLst>
      <p:ext uri="{BB962C8B-B14F-4D97-AF65-F5344CB8AC3E}">
        <p14:creationId xmlns:p14="http://schemas.microsoft.com/office/powerpoint/2010/main" val="28268646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FCB36-522E-7D12-D1DF-128A0BE767C8}"/>
              </a:ext>
            </a:extLst>
          </p:cNvPr>
          <p:cNvSpPr>
            <a:spLocks noGrp="1"/>
          </p:cNvSpPr>
          <p:nvPr>
            <p:ph type="title"/>
          </p:nvPr>
        </p:nvSpPr>
        <p:spPr>
          <a:xfrm>
            <a:off x="369455" y="-526471"/>
            <a:ext cx="10984345" cy="2207924"/>
          </a:xfrm>
        </p:spPr>
        <p:txBody>
          <a:bodyPr>
            <a:normAutofit/>
          </a:bodyPr>
          <a:lstStyle/>
          <a:p>
            <a:r>
              <a:rPr lang="en-IN" sz="4000" b="1" dirty="0">
                <a:latin typeface="Times New Roman" panose="02020603050405020304" pitchFamily="18" charset="0"/>
                <a:cs typeface="Times New Roman" panose="02020603050405020304" pitchFamily="18" charset="0"/>
              </a:rPr>
              <a:t>Methodology</a:t>
            </a:r>
            <a:r>
              <a:rPr lang="en-IN" sz="4000" dirty="0"/>
              <a:t> </a:t>
            </a:r>
          </a:p>
        </p:txBody>
      </p:sp>
      <p:sp>
        <p:nvSpPr>
          <p:cNvPr id="3" name="Content Placeholder 2">
            <a:extLst>
              <a:ext uri="{FF2B5EF4-FFF2-40B4-BE49-F238E27FC236}">
                <a16:creationId xmlns:a16="http://schemas.microsoft.com/office/drawing/2014/main" id="{29EDD322-A07B-0645-65FA-ED9108874753}"/>
              </a:ext>
            </a:extLst>
          </p:cNvPr>
          <p:cNvSpPr>
            <a:spLocks noGrp="1"/>
          </p:cNvSpPr>
          <p:nvPr>
            <p:ph idx="1"/>
          </p:nvPr>
        </p:nvSpPr>
        <p:spPr/>
        <p:txBody>
          <a:bodyPr>
            <a:normAutofit fontScale="92500" lnSpcReduction="20000"/>
          </a:bodyPr>
          <a:lstStyle/>
          <a:p>
            <a:pPr marL="0" indent="0">
              <a:buNone/>
            </a:pPr>
            <a:r>
              <a:rPr lang="en-IN" b="1" dirty="0">
                <a:latin typeface="Times New Roman" panose="02020603050405020304" pitchFamily="18" charset="0"/>
                <a:cs typeface="Times New Roman" panose="02020603050405020304" pitchFamily="18" charset="0"/>
              </a:rPr>
              <a:t>a) System Flow                                                      </a:t>
            </a:r>
          </a:p>
          <a:p>
            <a:r>
              <a:rPr lang="en-IN" dirty="0">
                <a:latin typeface="Times New Roman" panose="02020603050405020304" pitchFamily="18" charset="0"/>
                <a:cs typeface="Times New Roman" panose="02020603050405020304" pitchFamily="18" charset="0"/>
              </a:rPr>
              <a:t>Select Location   </a:t>
            </a:r>
          </a:p>
          <a:p>
            <a:r>
              <a:rPr lang="en-IN" dirty="0">
                <a:latin typeface="Times New Roman" panose="02020603050405020304" pitchFamily="18" charset="0"/>
                <a:cs typeface="Times New Roman" panose="02020603050405020304" pitchFamily="18" charset="0"/>
              </a:rPr>
              <a:t>Select Date &amp; Time </a:t>
            </a:r>
          </a:p>
          <a:p>
            <a:r>
              <a:rPr lang="en-IN" dirty="0">
                <a:latin typeface="Times New Roman" panose="02020603050405020304" pitchFamily="18" charset="0"/>
                <a:cs typeface="Times New Roman" panose="02020603050405020304" pitchFamily="18" charset="0"/>
              </a:rPr>
              <a:t>Collect Satellite Data </a:t>
            </a:r>
          </a:p>
          <a:p>
            <a:r>
              <a:rPr lang="en-IN" dirty="0">
                <a:latin typeface="Times New Roman" panose="02020603050405020304" pitchFamily="18" charset="0"/>
                <a:cs typeface="Times New Roman" panose="02020603050405020304" pitchFamily="18" charset="0"/>
              </a:rPr>
              <a:t>Extract NDVI &amp; NDBI </a:t>
            </a:r>
          </a:p>
          <a:p>
            <a:r>
              <a:rPr lang="en-IN" dirty="0">
                <a:latin typeface="Times New Roman" panose="02020603050405020304" pitchFamily="18" charset="0"/>
                <a:cs typeface="Times New Roman" panose="02020603050405020304" pitchFamily="18" charset="0"/>
              </a:rPr>
              <a:t>Process Data </a:t>
            </a:r>
          </a:p>
          <a:p>
            <a:r>
              <a:rPr lang="en-IN" dirty="0">
                <a:latin typeface="Times New Roman" panose="02020603050405020304" pitchFamily="18" charset="0"/>
                <a:cs typeface="Times New Roman" panose="02020603050405020304" pitchFamily="18" charset="0"/>
              </a:rPr>
              <a:t>Predict Temperature (ML Model) </a:t>
            </a:r>
          </a:p>
          <a:p>
            <a:r>
              <a:rPr lang="en-IN" dirty="0">
                <a:latin typeface="Times New Roman" panose="02020603050405020304" pitchFamily="18" charset="0"/>
                <a:cs typeface="Times New Roman" panose="02020603050405020304" pitchFamily="18" charset="0"/>
              </a:rPr>
              <a:t>Generate Heatmap </a:t>
            </a:r>
          </a:p>
          <a:p>
            <a:r>
              <a:rPr lang="en-IN" dirty="0">
                <a:latin typeface="Times New Roman" panose="02020603050405020304" pitchFamily="18" charset="0"/>
                <a:cs typeface="Times New Roman" panose="02020603050405020304" pitchFamily="18" charset="0"/>
              </a:rPr>
              <a:t>Calculate Risk Level </a:t>
            </a:r>
          </a:p>
          <a:p>
            <a:r>
              <a:rPr lang="en-IN" dirty="0">
                <a:latin typeface="Times New Roman" panose="02020603050405020304" pitchFamily="18" charset="0"/>
                <a:cs typeface="Times New Roman" panose="02020603050405020304" pitchFamily="18" charset="0"/>
              </a:rPr>
              <a:t>Display Alert </a:t>
            </a:r>
          </a:p>
          <a:p>
            <a:pPr marL="0" indent="0">
              <a:buNone/>
            </a:pPr>
            <a:endParaRPr lang="en-IN" dirty="0"/>
          </a:p>
        </p:txBody>
      </p:sp>
      <p:sp>
        <p:nvSpPr>
          <p:cNvPr id="4" name="Google Shape;200;p4">
            <a:extLst>
              <a:ext uri="{FF2B5EF4-FFF2-40B4-BE49-F238E27FC236}">
                <a16:creationId xmlns:a16="http://schemas.microsoft.com/office/drawing/2014/main" id="{8BCBC187-D7A8-0E3B-DFB3-DC0DF7B8E19D}"/>
              </a:ext>
            </a:extLst>
          </p:cNvPr>
          <p:cNvSpPr/>
          <p:nvPr/>
        </p:nvSpPr>
        <p:spPr>
          <a:xfrm>
            <a:off x="-1641913" y="675252"/>
            <a:ext cx="15637398" cy="648072"/>
          </a:xfrm>
          <a:prstGeom prst="mathMinus">
            <a:avLst>
              <a:gd name="adj1" fmla="val 23520"/>
            </a:avLst>
          </a:prstGeom>
          <a:solidFill>
            <a:srgbClr val="4F6128"/>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5" name="Picture 4">
            <a:extLst>
              <a:ext uri="{FF2B5EF4-FFF2-40B4-BE49-F238E27FC236}">
                <a16:creationId xmlns:a16="http://schemas.microsoft.com/office/drawing/2014/main" id="{3DEB745A-C5FA-2B24-B636-E770041E219A}"/>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1258697" y="161925"/>
            <a:ext cx="725914" cy="675249"/>
          </a:xfrm>
          <a:prstGeom prst="rect">
            <a:avLst/>
          </a:prstGeom>
          <a:noFill/>
          <a:ln>
            <a:noFill/>
          </a:ln>
        </p:spPr>
      </p:pic>
    </p:spTree>
    <p:extLst>
      <p:ext uri="{BB962C8B-B14F-4D97-AF65-F5344CB8AC3E}">
        <p14:creationId xmlns:p14="http://schemas.microsoft.com/office/powerpoint/2010/main" val="11700295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C661A-F6FA-AC6B-F64A-900E2AAE66CB}"/>
              </a:ext>
            </a:extLst>
          </p:cNvPr>
          <p:cNvSpPr>
            <a:spLocks noGrp="1"/>
          </p:cNvSpPr>
          <p:nvPr>
            <p:ph type="title"/>
          </p:nvPr>
        </p:nvSpPr>
        <p:spPr>
          <a:xfrm>
            <a:off x="378691" y="-544945"/>
            <a:ext cx="10975109" cy="2235633"/>
          </a:xfrm>
        </p:spPr>
        <p:txBody>
          <a:bodyPr/>
          <a:lstStyle/>
          <a:p>
            <a:r>
              <a:rPr lang="en-IN" b="1" dirty="0">
                <a:latin typeface="Times New Roman" panose="02020603050405020304" pitchFamily="18" charset="0"/>
                <a:cs typeface="Times New Roman" panose="02020603050405020304" pitchFamily="18" charset="0"/>
              </a:rPr>
              <a:t>Methodology</a:t>
            </a:r>
            <a:endParaRPr lang="en-IN" dirty="0"/>
          </a:p>
        </p:txBody>
      </p:sp>
      <p:sp>
        <p:nvSpPr>
          <p:cNvPr id="3" name="Content Placeholder 2">
            <a:extLst>
              <a:ext uri="{FF2B5EF4-FFF2-40B4-BE49-F238E27FC236}">
                <a16:creationId xmlns:a16="http://schemas.microsoft.com/office/drawing/2014/main" id="{19F7289D-3314-8403-9754-C86435A0FBB5}"/>
              </a:ext>
            </a:extLst>
          </p:cNvPr>
          <p:cNvSpPr>
            <a:spLocks noGrp="1"/>
          </p:cNvSpPr>
          <p:nvPr>
            <p:ph idx="1"/>
          </p:nvPr>
        </p:nvSpPr>
        <p:spPr/>
        <p:txBody>
          <a:bodyPr/>
          <a:lstStyle/>
          <a:p>
            <a:pPr marL="0" indent="0">
              <a:buNone/>
            </a:pPr>
            <a:r>
              <a:rPr lang="en-US" sz="2400" b="1" dirty="0">
                <a:latin typeface="Times New Roman" panose="02020603050405020304" pitchFamily="18" charset="0"/>
                <a:cs typeface="Times New Roman" panose="02020603050405020304" pitchFamily="18" charset="0"/>
              </a:rPr>
              <a:t>b)Tools &amp; Technologies Used</a:t>
            </a:r>
          </a:p>
          <a:p>
            <a:r>
              <a:rPr lang="en-US" sz="2400" dirty="0">
                <a:latin typeface="Times New Roman" panose="02020603050405020304" pitchFamily="18" charset="0"/>
                <a:cs typeface="Times New Roman" panose="02020603050405020304" pitchFamily="18" charset="0"/>
              </a:rPr>
              <a:t>Python </a:t>
            </a:r>
          </a:p>
          <a:p>
            <a:r>
              <a:rPr lang="en-US" sz="2400" dirty="0" err="1">
                <a:latin typeface="Times New Roman" panose="02020603050405020304" pitchFamily="18" charset="0"/>
                <a:cs typeface="Times New Roman" panose="02020603050405020304" pitchFamily="18" charset="0"/>
              </a:rPr>
              <a:t>Streamlit</a:t>
            </a:r>
            <a:r>
              <a:rPr lang="en-US" sz="24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Google Earth Engine </a:t>
            </a:r>
          </a:p>
          <a:p>
            <a:r>
              <a:rPr lang="en-US" sz="2400" dirty="0">
                <a:latin typeface="Times New Roman" panose="02020603050405020304" pitchFamily="18" charset="0"/>
                <a:cs typeface="Times New Roman" panose="02020603050405020304" pitchFamily="18" charset="0"/>
              </a:rPr>
              <a:t>Scikit-learn </a:t>
            </a:r>
          </a:p>
          <a:p>
            <a:r>
              <a:rPr lang="en-US" sz="2400" dirty="0">
                <a:latin typeface="Times New Roman" panose="02020603050405020304" pitchFamily="18" charset="0"/>
                <a:cs typeface="Times New Roman" panose="02020603050405020304" pitchFamily="18" charset="0"/>
              </a:rPr>
              <a:t>Folium </a:t>
            </a:r>
          </a:p>
          <a:p>
            <a:r>
              <a:rPr lang="en-US" sz="2400" dirty="0">
                <a:latin typeface="Times New Roman" panose="02020603050405020304" pitchFamily="18" charset="0"/>
                <a:cs typeface="Times New Roman" panose="02020603050405020304" pitchFamily="18" charset="0"/>
              </a:rPr>
              <a:t>Pandas</a:t>
            </a:r>
          </a:p>
          <a:p>
            <a:endParaRPr lang="en-IN" dirty="0"/>
          </a:p>
        </p:txBody>
      </p:sp>
      <p:sp>
        <p:nvSpPr>
          <p:cNvPr id="4" name="Google Shape;200;p4">
            <a:extLst>
              <a:ext uri="{FF2B5EF4-FFF2-40B4-BE49-F238E27FC236}">
                <a16:creationId xmlns:a16="http://schemas.microsoft.com/office/drawing/2014/main" id="{EC4A6FBF-6BA7-4629-56B5-367C5FA953B7}"/>
              </a:ext>
            </a:extLst>
          </p:cNvPr>
          <p:cNvSpPr/>
          <p:nvPr/>
        </p:nvSpPr>
        <p:spPr>
          <a:xfrm>
            <a:off x="-1641913" y="675252"/>
            <a:ext cx="15637398" cy="648072"/>
          </a:xfrm>
          <a:prstGeom prst="mathMinus">
            <a:avLst>
              <a:gd name="adj1" fmla="val 23520"/>
            </a:avLst>
          </a:prstGeom>
          <a:solidFill>
            <a:srgbClr val="4F6128"/>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5" name="Picture 4">
            <a:extLst>
              <a:ext uri="{FF2B5EF4-FFF2-40B4-BE49-F238E27FC236}">
                <a16:creationId xmlns:a16="http://schemas.microsoft.com/office/drawing/2014/main" id="{D2B47C6C-4E7E-6DB3-9B84-6CE15967C231}"/>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1089704" y="172951"/>
            <a:ext cx="725914" cy="675249"/>
          </a:xfrm>
          <a:prstGeom prst="rect">
            <a:avLst/>
          </a:prstGeom>
          <a:noFill/>
          <a:ln>
            <a:noFill/>
          </a:ln>
        </p:spPr>
      </p:pic>
    </p:spTree>
    <p:extLst>
      <p:ext uri="{BB962C8B-B14F-4D97-AF65-F5344CB8AC3E}">
        <p14:creationId xmlns:p14="http://schemas.microsoft.com/office/powerpoint/2010/main" val="29682556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30176-721F-5786-CF8D-C21DA631F497}"/>
              </a:ext>
            </a:extLst>
          </p:cNvPr>
          <p:cNvSpPr>
            <a:spLocks noGrp="1"/>
          </p:cNvSpPr>
          <p:nvPr>
            <p:ph type="title"/>
          </p:nvPr>
        </p:nvSpPr>
        <p:spPr>
          <a:xfrm>
            <a:off x="394854" y="-105930"/>
            <a:ext cx="10515600" cy="1325563"/>
          </a:xfrm>
        </p:spPr>
        <p:txBody>
          <a:bodyPr/>
          <a:lstStyle/>
          <a:p>
            <a:r>
              <a:rPr lang="en-IN" b="1" dirty="0">
                <a:latin typeface="Times New Roman" panose="02020603050405020304" pitchFamily="18" charset="0"/>
                <a:cs typeface="Times New Roman" panose="02020603050405020304" pitchFamily="18" charset="0"/>
              </a:rPr>
              <a:t>Methodology</a:t>
            </a:r>
            <a:endParaRPr lang="en-IN" dirty="0"/>
          </a:p>
        </p:txBody>
      </p:sp>
      <p:sp>
        <p:nvSpPr>
          <p:cNvPr id="3" name="Content Placeholder 2">
            <a:extLst>
              <a:ext uri="{FF2B5EF4-FFF2-40B4-BE49-F238E27FC236}">
                <a16:creationId xmlns:a16="http://schemas.microsoft.com/office/drawing/2014/main" id="{A4047250-09C7-3CEB-5103-89AB08E411E5}"/>
              </a:ext>
            </a:extLst>
          </p:cNvPr>
          <p:cNvSpPr>
            <a:spLocks noGrp="1"/>
          </p:cNvSpPr>
          <p:nvPr>
            <p:ph idx="1"/>
          </p:nvPr>
        </p:nvSpPr>
        <p:spPr/>
        <p:txBody>
          <a:bodyPr/>
          <a:lstStyle/>
          <a:p>
            <a:pPr marL="0" indent="0">
              <a:buNone/>
            </a:pPr>
            <a:r>
              <a:rPr lang="en-IN" sz="2400" b="1" dirty="0">
                <a:latin typeface="Times New Roman" panose="02020603050405020304" pitchFamily="18" charset="0"/>
                <a:cs typeface="Times New Roman" panose="02020603050405020304" pitchFamily="18" charset="0"/>
              </a:rPr>
              <a:t>c) Implementation Strategy</a:t>
            </a:r>
          </a:p>
          <a:p>
            <a:r>
              <a:rPr lang="en-IN" sz="2400" dirty="0">
                <a:latin typeface="Times New Roman" panose="02020603050405020304" pitchFamily="18" charset="0"/>
                <a:cs typeface="Times New Roman" panose="02020603050405020304" pitchFamily="18" charset="0"/>
              </a:rPr>
              <a:t>Phase 1 – Data Collection (Satellite Data) </a:t>
            </a:r>
          </a:p>
          <a:p>
            <a:r>
              <a:rPr lang="en-IN" sz="2400" dirty="0">
                <a:latin typeface="Times New Roman" panose="02020603050405020304" pitchFamily="18" charset="0"/>
                <a:cs typeface="Times New Roman" panose="02020603050405020304" pitchFamily="18" charset="0"/>
              </a:rPr>
              <a:t>Phase 2 – Data Preprocessing </a:t>
            </a:r>
          </a:p>
          <a:p>
            <a:r>
              <a:rPr lang="en-IN" sz="2400" dirty="0">
                <a:latin typeface="Times New Roman" panose="02020603050405020304" pitchFamily="18" charset="0"/>
                <a:cs typeface="Times New Roman" panose="02020603050405020304" pitchFamily="18" charset="0"/>
              </a:rPr>
              <a:t>Phase 3 – Feature Extraction (NDVI, NDBI, Time) </a:t>
            </a:r>
          </a:p>
          <a:p>
            <a:r>
              <a:rPr lang="en-IN" sz="2400" dirty="0">
                <a:latin typeface="Times New Roman" panose="02020603050405020304" pitchFamily="18" charset="0"/>
                <a:cs typeface="Times New Roman" panose="02020603050405020304" pitchFamily="18" charset="0"/>
              </a:rPr>
              <a:t>Phase 4 – Model Training (Random Forest) </a:t>
            </a:r>
          </a:p>
          <a:p>
            <a:r>
              <a:rPr lang="en-IN" sz="2400" dirty="0">
                <a:latin typeface="Times New Roman" panose="02020603050405020304" pitchFamily="18" charset="0"/>
                <a:cs typeface="Times New Roman" panose="02020603050405020304" pitchFamily="18" charset="0"/>
              </a:rPr>
              <a:t>Phase 5 – Visualization &amp; Alert System </a:t>
            </a:r>
          </a:p>
          <a:p>
            <a:r>
              <a:rPr lang="en-IN" sz="2400" dirty="0">
                <a:latin typeface="Times New Roman" panose="02020603050405020304" pitchFamily="18" charset="0"/>
                <a:cs typeface="Times New Roman" panose="02020603050405020304" pitchFamily="18" charset="0"/>
              </a:rPr>
              <a:t>Phase 6 – Testing &amp; Optimization</a:t>
            </a:r>
          </a:p>
          <a:p>
            <a:endParaRPr lang="en-IN" dirty="0"/>
          </a:p>
        </p:txBody>
      </p:sp>
      <p:sp>
        <p:nvSpPr>
          <p:cNvPr id="4" name="Google Shape;200;p4">
            <a:extLst>
              <a:ext uri="{FF2B5EF4-FFF2-40B4-BE49-F238E27FC236}">
                <a16:creationId xmlns:a16="http://schemas.microsoft.com/office/drawing/2014/main" id="{B171FAB0-1728-1EB0-EDDA-70F10E67638A}"/>
              </a:ext>
            </a:extLst>
          </p:cNvPr>
          <p:cNvSpPr/>
          <p:nvPr/>
        </p:nvSpPr>
        <p:spPr>
          <a:xfrm>
            <a:off x="-1641913" y="675252"/>
            <a:ext cx="15637398" cy="648072"/>
          </a:xfrm>
          <a:prstGeom prst="mathMinus">
            <a:avLst>
              <a:gd name="adj1" fmla="val 23520"/>
            </a:avLst>
          </a:prstGeom>
          <a:solidFill>
            <a:srgbClr val="4F6128"/>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5" name="Picture 4">
            <a:extLst>
              <a:ext uri="{FF2B5EF4-FFF2-40B4-BE49-F238E27FC236}">
                <a16:creationId xmlns:a16="http://schemas.microsoft.com/office/drawing/2014/main" id="{27477CDC-0848-8A38-B988-93BDE5D293F1}"/>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1071232" y="172951"/>
            <a:ext cx="725914" cy="675249"/>
          </a:xfrm>
          <a:prstGeom prst="rect">
            <a:avLst/>
          </a:prstGeom>
          <a:noFill/>
          <a:ln>
            <a:noFill/>
          </a:ln>
        </p:spPr>
      </p:pic>
    </p:spTree>
    <p:extLst>
      <p:ext uri="{BB962C8B-B14F-4D97-AF65-F5344CB8AC3E}">
        <p14:creationId xmlns:p14="http://schemas.microsoft.com/office/powerpoint/2010/main" val="29767128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1088B-A736-EA37-BB7B-634858F196D8}"/>
              </a:ext>
            </a:extLst>
          </p:cNvPr>
          <p:cNvSpPr>
            <a:spLocks noGrp="1"/>
          </p:cNvSpPr>
          <p:nvPr>
            <p:ph type="title"/>
          </p:nvPr>
        </p:nvSpPr>
        <p:spPr>
          <a:xfrm>
            <a:off x="350982" y="-424873"/>
            <a:ext cx="11002818" cy="2115561"/>
          </a:xfrm>
        </p:spPr>
        <p:txBody>
          <a:bodyPr>
            <a:normAutofit/>
          </a:bodyPr>
          <a:lstStyle/>
          <a:p>
            <a:r>
              <a:rPr lang="en-IN" sz="4000" b="1" dirty="0">
                <a:latin typeface="Times New Roman" panose="02020603050405020304" pitchFamily="18" charset="0"/>
                <a:cs typeface="Times New Roman" panose="02020603050405020304" pitchFamily="18" charset="0"/>
              </a:rPr>
              <a:t>Tools &amp; Technologies Used</a:t>
            </a:r>
          </a:p>
        </p:txBody>
      </p:sp>
      <p:sp>
        <p:nvSpPr>
          <p:cNvPr id="3" name="Content Placeholder 2">
            <a:extLst>
              <a:ext uri="{FF2B5EF4-FFF2-40B4-BE49-F238E27FC236}">
                <a16:creationId xmlns:a16="http://schemas.microsoft.com/office/drawing/2014/main" id="{831E5B53-B326-D5B4-D6E5-1F1BAD3104EF}"/>
              </a:ext>
            </a:extLst>
          </p:cNvPr>
          <p:cNvSpPr>
            <a:spLocks noGrp="1"/>
          </p:cNvSpPr>
          <p:nvPr>
            <p:ph idx="1"/>
          </p:nvPr>
        </p:nvSpPr>
        <p:spPr/>
        <p:txBody>
          <a:bodyPr>
            <a:normAutofit/>
          </a:bodyPr>
          <a:lstStyle/>
          <a:p>
            <a:r>
              <a:rPr lang="en-IN" sz="2400" b="1" dirty="0">
                <a:latin typeface="Times New Roman" panose="02020603050405020304" pitchFamily="18" charset="0"/>
                <a:cs typeface="Times New Roman" panose="02020603050405020304" pitchFamily="18" charset="0"/>
              </a:rPr>
              <a:t>Python</a:t>
            </a:r>
            <a:r>
              <a:rPr lang="en-IN" sz="2400" dirty="0">
                <a:latin typeface="Times New Roman" panose="02020603050405020304" pitchFamily="18" charset="0"/>
                <a:cs typeface="Times New Roman" panose="02020603050405020304" pitchFamily="18" charset="0"/>
              </a:rPr>
              <a:t> – Used for data processing and machine learning</a:t>
            </a:r>
          </a:p>
          <a:p>
            <a:r>
              <a:rPr lang="en-IN" sz="2400" dirty="0">
                <a:latin typeface="Times New Roman" panose="02020603050405020304" pitchFamily="18" charset="0"/>
                <a:cs typeface="Times New Roman" panose="02020603050405020304" pitchFamily="18" charset="0"/>
              </a:rPr>
              <a:t> </a:t>
            </a:r>
            <a:r>
              <a:rPr lang="en-IN" sz="2400" b="1" dirty="0" err="1">
                <a:latin typeface="Times New Roman" panose="02020603050405020304" pitchFamily="18" charset="0"/>
                <a:cs typeface="Times New Roman" panose="02020603050405020304" pitchFamily="18" charset="0"/>
              </a:rPr>
              <a:t>Streamlit</a:t>
            </a:r>
            <a:r>
              <a:rPr lang="en-IN" sz="2400" dirty="0">
                <a:latin typeface="Times New Roman" panose="02020603050405020304" pitchFamily="18" charset="0"/>
                <a:cs typeface="Times New Roman" panose="02020603050405020304" pitchFamily="18" charset="0"/>
              </a:rPr>
              <a:t> – Used to build interactive web dashboard </a:t>
            </a:r>
          </a:p>
          <a:p>
            <a:r>
              <a:rPr lang="en-IN" sz="2400" b="1" dirty="0">
                <a:latin typeface="Times New Roman" panose="02020603050405020304" pitchFamily="18" charset="0"/>
                <a:cs typeface="Times New Roman" panose="02020603050405020304" pitchFamily="18" charset="0"/>
              </a:rPr>
              <a:t>Google Earth Engine (GEE)</a:t>
            </a:r>
            <a:r>
              <a:rPr lang="en-IN" sz="2400" dirty="0">
                <a:latin typeface="Times New Roman" panose="02020603050405020304" pitchFamily="18" charset="0"/>
                <a:cs typeface="Times New Roman" panose="02020603050405020304" pitchFamily="18" charset="0"/>
              </a:rPr>
              <a:t> – Used for satellite data collection</a:t>
            </a:r>
          </a:p>
          <a:p>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Scikit-learn</a:t>
            </a:r>
            <a:r>
              <a:rPr lang="en-IN" sz="2400" dirty="0">
                <a:latin typeface="Times New Roman" panose="02020603050405020304" pitchFamily="18" charset="0"/>
                <a:cs typeface="Times New Roman" panose="02020603050405020304" pitchFamily="18" charset="0"/>
              </a:rPr>
              <a:t> – Used to implement Random Forest model</a:t>
            </a:r>
          </a:p>
          <a:p>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Folium</a:t>
            </a:r>
            <a:r>
              <a:rPr lang="en-IN" sz="2400" dirty="0">
                <a:latin typeface="Times New Roman" panose="02020603050405020304" pitchFamily="18" charset="0"/>
                <a:cs typeface="Times New Roman" panose="02020603050405020304" pitchFamily="18" charset="0"/>
              </a:rPr>
              <a:t> – Used for heatmap visualization </a:t>
            </a:r>
          </a:p>
          <a:p>
            <a:r>
              <a:rPr lang="en-IN" sz="2400" b="1" dirty="0">
                <a:latin typeface="Times New Roman" panose="02020603050405020304" pitchFamily="18" charset="0"/>
                <a:cs typeface="Times New Roman" panose="02020603050405020304" pitchFamily="18" charset="0"/>
              </a:rPr>
              <a:t>Pandas</a:t>
            </a:r>
            <a:r>
              <a:rPr lang="en-IN" sz="2400" dirty="0">
                <a:latin typeface="Times New Roman" panose="02020603050405020304" pitchFamily="18" charset="0"/>
                <a:cs typeface="Times New Roman" panose="02020603050405020304" pitchFamily="18" charset="0"/>
              </a:rPr>
              <a:t> – Used for data handling and preprocessing</a:t>
            </a:r>
          </a:p>
        </p:txBody>
      </p:sp>
      <p:sp>
        <p:nvSpPr>
          <p:cNvPr id="4" name="Google Shape;200;p4">
            <a:extLst>
              <a:ext uri="{FF2B5EF4-FFF2-40B4-BE49-F238E27FC236}">
                <a16:creationId xmlns:a16="http://schemas.microsoft.com/office/drawing/2014/main" id="{ABE00972-57DA-E6D9-2998-D1803A30E947}"/>
              </a:ext>
            </a:extLst>
          </p:cNvPr>
          <p:cNvSpPr/>
          <p:nvPr/>
        </p:nvSpPr>
        <p:spPr>
          <a:xfrm>
            <a:off x="-1641913" y="675252"/>
            <a:ext cx="15637398" cy="648072"/>
          </a:xfrm>
          <a:prstGeom prst="mathMinus">
            <a:avLst>
              <a:gd name="adj1" fmla="val 23520"/>
            </a:avLst>
          </a:prstGeom>
          <a:solidFill>
            <a:srgbClr val="4F6128"/>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6" name="Picture 5">
            <a:extLst>
              <a:ext uri="{FF2B5EF4-FFF2-40B4-BE49-F238E27FC236}">
                <a16:creationId xmlns:a16="http://schemas.microsoft.com/office/drawing/2014/main" id="{2C57398D-0E29-6534-8A55-0530583514CD}"/>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1115104" y="99060"/>
            <a:ext cx="725914" cy="675249"/>
          </a:xfrm>
          <a:prstGeom prst="rect">
            <a:avLst/>
          </a:prstGeom>
          <a:noFill/>
          <a:ln>
            <a:noFill/>
          </a:ln>
        </p:spPr>
      </p:pic>
    </p:spTree>
    <p:extLst>
      <p:ext uri="{BB962C8B-B14F-4D97-AF65-F5344CB8AC3E}">
        <p14:creationId xmlns:p14="http://schemas.microsoft.com/office/powerpoint/2010/main" val="25543289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49A85-D695-7C8B-2B08-5CAE4948528A}"/>
              </a:ext>
            </a:extLst>
          </p:cNvPr>
          <p:cNvSpPr>
            <a:spLocks noGrp="1"/>
          </p:cNvSpPr>
          <p:nvPr>
            <p:ph type="title"/>
          </p:nvPr>
        </p:nvSpPr>
        <p:spPr>
          <a:xfrm>
            <a:off x="369455" y="-480291"/>
            <a:ext cx="10984345" cy="2170979"/>
          </a:xfrm>
        </p:spPr>
        <p:txBody>
          <a:bodyPr>
            <a:normAutofit/>
          </a:bodyPr>
          <a:lstStyle/>
          <a:p>
            <a:r>
              <a:rPr lang="en-IN" sz="4000" b="1" dirty="0">
                <a:latin typeface="Times New Roman" panose="02020603050405020304" pitchFamily="18" charset="0"/>
                <a:cs typeface="Times New Roman" panose="02020603050405020304" pitchFamily="18" charset="0"/>
              </a:rPr>
              <a:t>System Architecture </a:t>
            </a:r>
          </a:p>
        </p:txBody>
      </p:sp>
      <p:pic>
        <p:nvPicPr>
          <p:cNvPr id="7" name="Content Placeholder 6">
            <a:extLst>
              <a:ext uri="{FF2B5EF4-FFF2-40B4-BE49-F238E27FC236}">
                <a16:creationId xmlns:a16="http://schemas.microsoft.com/office/drawing/2014/main" id="{7034D7C4-E9DA-5983-3CDE-1AE81BE95F5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80145" y="1062182"/>
            <a:ext cx="5818910" cy="5795817"/>
          </a:xfrm>
          <a:prstGeom prst="rect">
            <a:avLst/>
          </a:prstGeom>
        </p:spPr>
      </p:pic>
      <p:sp>
        <p:nvSpPr>
          <p:cNvPr id="5" name="Google Shape;200;p4">
            <a:extLst>
              <a:ext uri="{FF2B5EF4-FFF2-40B4-BE49-F238E27FC236}">
                <a16:creationId xmlns:a16="http://schemas.microsoft.com/office/drawing/2014/main" id="{1DA7C13E-AC39-59D2-9CCA-E6A7EED88633}"/>
              </a:ext>
            </a:extLst>
          </p:cNvPr>
          <p:cNvSpPr/>
          <p:nvPr/>
        </p:nvSpPr>
        <p:spPr>
          <a:xfrm>
            <a:off x="-1641913" y="675252"/>
            <a:ext cx="15637398" cy="648072"/>
          </a:xfrm>
          <a:prstGeom prst="mathMinus">
            <a:avLst>
              <a:gd name="adj1" fmla="val 23520"/>
            </a:avLst>
          </a:prstGeom>
          <a:solidFill>
            <a:srgbClr val="4F6128"/>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6" name="Picture 5">
            <a:extLst>
              <a:ext uri="{FF2B5EF4-FFF2-40B4-BE49-F238E27FC236}">
                <a16:creationId xmlns:a16="http://schemas.microsoft.com/office/drawing/2014/main" id="{FA79684E-460B-965B-315C-2A6B0765CA31}"/>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1115104" y="99060"/>
            <a:ext cx="725914" cy="675249"/>
          </a:xfrm>
          <a:prstGeom prst="rect">
            <a:avLst/>
          </a:prstGeom>
          <a:noFill/>
          <a:ln>
            <a:noFill/>
          </a:ln>
        </p:spPr>
      </p:pic>
    </p:spTree>
    <p:extLst>
      <p:ext uri="{BB962C8B-B14F-4D97-AF65-F5344CB8AC3E}">
        <p14:creationId xmlns:p14="http://schemas.microsoft.com/office/powerpoint/2010/main" val="27259830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FAEE4-165A-1968-D1EA-790BD6F589AE}"/>
              </a:ext>
            </a:extLst>
          </p:cNvPr>
          <p:cNvSpPr>
            <a:spLocks noGrp="1"/>
          </p:cNvSpPr>
          <p:nvPr>
            <p:ph type="title"/>
          </p:nvPr>
        </p:nvSpPr>
        <p:spPr>
          <a:xfrm>
            <a:off x="157018" y="-332509"/>
            <a:ext cx="11196782" cy="2023197"/>
          </a:xfrm>
        </p:spPr>
        <p:txBody>
          <a:bodyPr>
            <a:normAutofit/>
          </a:bodyPr>
          <a:lstStyle/>
          <a:p>
            <a:r>
              <a:rPr lang="en-IN" sz="4000" b="1" dirty="0" err="1">
                <a:latin typeface="Times New Roman" panose="02020603050405020304" pitchFamily="18" charset="0"/>
                <a:cs typeface="Times New Roman" panose="02020603050405020304" pitchFamily="18" charset="0"/>
              </a:rPr>
              <a:t>Usecase</a:t>
            </a:r>
            <a:r>
              <a:rPr lang="en-IN" sz="4000" b="1" dirty="0">
                <a:latin typeface="Times New Roman" panose="02020603050405020304" pitchFamily="18" charset="0"/>
                <a:cs typeface="Times New Roman" panose="02020603050405020304" pitchFamily="18" charset="0"/>
              </a:rPr>
              <a:t> Diagram</a:t>
            </a:r>
          </a:p>
        </p:txBody>
      </p:sp>
      <p:sp>
        <p:nvSpPr>
          <p:cNvPr id="4" name="Google Shape;189;p3">
            <a:extLst>
              <a:ext uri="{FF2B5EF4-FFF2-40B4-BE49-F238E27FC236}">
                <a16:creationId xmlns:a16="http://schemas.microsoft.com/office/drawing/2014/main" id="{90D31EAB-3204-ECAD-08C5-DE9AFBA7C1FF}"/>
              </a:ext>
            </a:extLst>
          </p:cNvPr>
          <p:cNvSpPr/>
          <p:nvPr/>
        </p:nvSpPr>
        <p:spPr>
          <a:xfrm>
            <a:off x="-1878830" y="752315"/>
            <a:ext cx="15811017" cy="648072"/>
          </a:xfrm>
          <a:prstGeom prst="mathMinus">
            <a:avLst>
              <a:gd name="adj1" fmla="val 23520"/>
            </a:avLst>
          </a:prstGeom>
          <a:solidFill>
            <a:srgbClr val="4B4B4B"/>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5" name="Picture 4">
            <a:extLst>
              <a:ext uri="{FF2B5EF4-FFF2-40B4-BE49-F238E27FC236}">
                <a16:creationId xmlns:a16="http://schemas.microsoft.com/office/drawing/2014/main" id="{3A9F862C-CA42-5D0E-DDAA-DC96FC1F2E06}"/>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1249462" y="172951"/>
            <a:ext cx="725914" cy="675249"/>
          </a:xfrm>
          <a:prstGeom prst="rect">
            <a:avLst/>
          </a:prstGeom>
          <a:noFill/>
          <a:ln>
            <a:noFill/>
          </a:ln>
        </p:spPr>
      </p:pic>
      <p:pic>
        <p:nvPicPr>
          <p:cNvPr id="8" name="Picture 7">
            <a:extLst>
              <a:ext uri="{FF2B5EF4-FFF2-40B4-BE49-F238E27FC236}">
                <a16:creationId xmlns:a16="http://schemas.microsoft.com/office/drawing/2014/main" id="{14871E60-B349-4991-870B-739AA752E9EB}"/>
              </a:ext>
            </a:extLst>
          </p:cNvPr>
          <p:cNvPicPr>
            <a:picLocks noChangeAspect="1"/>
          </p:cNvPicPr>
          <p:nvPr/>
        </p:nvPicPr>
        <p:blipFill>
          <a:blip r:embed="rId3"/>
          <a:stretch>
            <a:fillRect/>
          </a:stretch>
        </p:blipFill>
        <p:spPr>
          <a:xfrm>
            <a:off x="2503055" y="1244642"/>
            <a:ext cx="7009482" cy="5618587"/>
          </a:xfrm>
          <a:prstGeom prst="rect">
            <a:avLst/>
          </a:prstGeom>
        </p:spPr>
      </p:pic>
    </p:spTree>
    <p:extLst>
      <p:ext uri="{BB962C8B-B14F-4D97-AF65-F5344CB8AC3E}">
        <p14:creationId xmlns:p14="http://schemas.microsoft.com/office/powerpoint/2010/main" val="25615882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255D0-BF26-E842-B59F-7AF719378D8C}"/>
              </a:ext>
            </a:extLst>
          </p:cNvPr>
          <p:cNvSpPr>
            <a:spLocks noGrp="1"/>
          </p:cNvSpPr>
          <p:nvPr>
            <p:ph type="title"/>
          </p:nvPr>
        </p:nvSpPr>
        <p:spPr>
          <a:xfrm>
            <a:off x="212437" y="-323273"/>
            <a:ext cx="11141364" cy="2013961"/>
          </a:xfrm>
        </p:spPr>
        <p:txBody>
          <a:bodyPr/>
          <a:lstStyle/>
          <a:p>
            <a:r>
              <a:rPr lang="en-IN" b="1" dirty="0">
                <a:latin typeface="Times New Roman" panose="02020603050405020304" pitchFamily="18" charset="0"/>
                <a:cs typeface="Times New Roman" panose="02020603050405020304" pitchFamily="18" charset="0"/>
              </a:rPr>
              <a:t>Sequence diagram</a:t>
            </a:r>
          </a:p>
        </p:txBody>
      </p:sp>
      <p:sp>
        <p:nvSpPr>
          <p:cNvPr id="4" name="Google Shape;189;p3">
            <a:extLst>
              <a:ext uri="{FF2B5EF4-FFF2-40B4-BE49-F238E27FC236}">
                <a16:creationId xmlns:a16="http://schemas.microsoft.com/office/drawing/2014/main" id="{13C88194-EA67-8633-21CF-61E0A54CCB2C}"/>
              </a:ext>
            </a:extLst>
          </p:cNvPr>
          <p:cNvSpPr/>
          <p:nvPr/>
        </p:nvSpPr>
        <p:spPr>
          <a:xfrm>
            <a:off x="-1878830" y="752315"/>
            <a:ext cx="15811017" cy="648072"/>
          </a:xfrm>
          <a:prstGeom prst="mathMinus">
            <a:avLst>
              <a:gd name="adj1" fmla="val 23520"/>
            </a:avLst>
          </a:prstGeom>
          <a:solidFill>
            <a:srgbClr val="4B4B4B"/>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5" name="Picture 4">
            <a:extLst>
              <a:ext uri="{FF2B5EF4-FFF2-40B4-BE49-F238E27FC236}">
                <a16:creationId xmlns:a16="http://schemas.microsoft.com/office/drawing/2014/main" id="{2EE216CA-7417-8441-9268-B8EE48673C02}"/>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1120153" y="224338"/>
            <a:ext cx="725914" cy="675249"/>
          </a:xfrm>
          <a:prstGeom prst="rect">
            <a:avLst/>
          </a:prstGeom>
          <a:noFill/>
          <a:ln>
            <a:noFill/>
          </a:ln>
        </p:spPr>
      </p:pic>
      <p:pic>
        <p:nvPicPr>
          <p:cNvPr id="6" name="Picture 5">
            <a:extLst>
              <a:ext uri="{FF2B5EF4-FFF2-40B4-BE49-F238E27FC236}">
                <a16:creationId xmlns:a16="http://schemas.microsoft.com/office/drawing/2014/main" id="{319FF800-8023-802D-90AD-40868F808D09}"/>
              </a:ext>
            </a:extLst>
          </p:cNvPr>
          <p:cNvPicPr>
            <a:picLocks noChangeAspect="1"/>
          </p:cNvPicPr>
          <p:nvPr/>
        </p:nvPicPr>
        <p:blipFill>
          <a:blip r:embed="rId3"/>
          <a:stretch>
            <a:fillRect/>
          </a:stretch>
        </p:blipFill>
        <p:spPr>
          <a:xfrm>
            <a:off x="1524001" y="1590739"/>
            <a:ext cx="9829799" cy="5267261"/>
          </a:xfrm>
          <a:prstGeom prst="rect">
            <a:avLst/>
          </a:prstGeom>
        </p:spPr>
      </p:pic>
    </p:spTree>
    <p:extLst>
      <p:ext uri="{BB962C8B-B14F-4D97-AF65-F5344CB8AC3E}">
        <p14:creationId xmlns:p14="http://schemas.microsoft.com/office/powerpoint/2010/main" val="9756538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C59B7-0298-3AED-A857-97C287587150}"/>
              </a:ext>
            </a:extLst>
          </p:cNvPr>
          <p:cNvSpPr>
            <a:spLocks noGrp="1"/>
          </p:cNvSpPr>
          <p:nvPr>
            <p:ph type="title"/>
          </p:nvPr>
        </p:nvSpPr>
        <p:spPr>
          <a:xfrm>
            <a:off x="323273" y="-341745"/>
            <a:ext cx="11030527" cy="2032433"/>
          </a:xfrm>
        </p:spPr>
        <p:txBody>
          <a:bodyPr>
            <a:normAutofit/>
          </a:bodyPr>
          <a:lstStyle/>
          <a:p>
            <a:r>
              <a:rPr lang="en-IN" sz="4000" b="1" dirty="0">
                <a:latin typeface="Times New Roman" panose="02020603050405020304" pitchFamily="18" charset="0"/>
                <a:cs typeface="Times New Roman" panose="02020603050405020304" pitchFamily="18" charset="0"/>
              </a:rPr>
              <a:t>Code</a:t>
            </a:r>
          </a:p>
        </p:txBody>
      </p:sp>
      <p:sp>
        <p:nvSpPr>
          <p:cNvPr id="3" name="Content Placeholder 2">
            <a:extLst>
              <a:ext uri="{FF2B5EF4-FFF2-40B4-BE49-F238E27FC236}">
                <a16:creationId xmlns:a16="http://schemas.microsoft.com/office/drawing/2014/main" id="{0693D7E4-8C65-58EF-06A9-DCD7D5930294}"/>
              </a:ext>
            </a:extLst>
          </p:cNvPr>
          <p:cNvSpPr>
            <a:spLocks noGrp="1"/>
          </p:cNvSpPr>
          <p:nvPr>
            <p:ph idx="1"/>
          </p:nvPr>
        </p:nvSpPr>
        <p:spPr/>
        <p:txBody>
          <a:bodyPr/>
          <a:lstStyle/>
          <a:p>
            <a:endParaRPr lang="en-IN" dirty="0"/>
          </a:p>
          <a:p>
            <a:endParaRPr lang="en-IN" dirty="0"/>
          </a:p>
          <a:p>
            <a:endParaRPr lang="en-IN" dirty="0"/>
          </a:p>
        </p:txBody>
      </p:sp>
      <p:sp>
        <p:nvSpPr>
          <p:cNvPr id="4" name="Google Shape;200;p4">
            <a:extLst>
              <a:ext uri="{FF2B5EF4-FFF2-40B4-BE49-F238E27FC236}">
                <a16:creationId xmlns:a16="http://schemas.microsoft.com/office/drawing/2014/main" id="{84E12F0B-34E8-EA52-B1D6-B3A644366FB1}"/>
              </a:ext>
            </a:extLst>
          </p:cNvPr>
          <p:cNvSpPr/>
          <p:nvPr/>
        </p:nvSpPr>
        <p:spPr>
          <a:xfrm>
            <a:off x="-1641913" y="675252"/>
            <a:ext cx="15637398" cy="648072"/>
          </a:xfrm>
          <a:prstGeom prst="mathMinus">
            <a:avLst>
              <a:gd name="adj1" fmla="val 23520"/>
            </a:avLst>
          </a:prstGeom>
          <a:solidFill>
            <a:srgbClr val="4F6128"/>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5" name="Picture 4">
            <a:extLst>
              <a:ext uri="{FF2B5EF4-FFF2-40B4-BE49-F238E27FC236}">
                <a16:creationId xmlns:a16="http://schemas.microsoft.com/office/drawing/2014/main" id="{0A636CD1-EC3D-015D-8667-B24EFE6E43F3}"/>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1249462" y="172951"/>
            <a:ext cx="725914" cy="675249"/>
          </a:xfrm>
          <a:prstGeom prst="rect">
            <a:avLst/>
          </a:prstGeom>
          <a:noFill/>
          <a:ln>
            <a:noFill/>
          </a:ln>
        </p:spPr>
      </p:pic>
      <p:pic>
        <p:nvPicPr>
          <p:cNvPr id="7" name="Picture 6">
            <a:extLst>
              <a:ext uri="{FF2B5EF4-FFF2-40B4-BE49-F238E27FC236}">
                <a16:creationId xmlns:a16="http://schemas.microsoft.com/office/drawing/2014/main" id="{98A4CB4D-86C5-653F-C297-6F505807452F}"/>
              </a:ext>
            </a:extLst>
          </p:cNvPr>
          <p:cNvPicPr>
            <a:picLocks noChangeAspect="1"/>
          </p:cNvPicPr>
          <p:nvPr/>
        </p:nvPicPr>
        <p:blipFill>
          <a:blip r:embed="rId3"/>
          <a:stretch>
            <a:fillRect/>
          </a:stretch>
        </p:blipFill>
        <p:spPr>
          <a:xfrm>
            <a:off x="951344" y="1181221"/>
            <a:ext cx="10515601" cy="5370135"/>
          </a:xfrm>
          <a:prstGeom prst="rect">
            <a:avLst/>
          </a:prstGeom>
        </p:spPr>
      </p:pic>
    </p:spTree>
    <p:extLst>
      <p:ext uri="{BB962C8B-B14F-4D97-AF65-F5344CB8AC3E}">
        <p14:creationId xmlns:p14="http://schemas.microsoft.com/office/powerpoint/2010/main" val="2672747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FB982-BB6E-816D-E27E-838C9E04C738}"/>
              </a:ext>
            </a:extLst>
          </p:cNvPr>
          <p:cNvSpPr>
            <a:spLocks noGrp="1"/>
          </p:cNvSpPr>
          <p:nvPr>
            <p:ph type="title"/>
          </p:nvPr>
        </p:nvSpPr>
        <p:spPr>
          <a:xfrm>
            <a:off x="369455" y="-498763"/>
            <a:ext cx="10984345" cy="2189452"/>
          </a:xfrm>
        </p:spPr>
        <p:txBody>
          <a:bodyPr>
            <a:normAutofit/>
          </a:bodyPr>
          <a:lstStyle/>
          <a:p>
            <a:r>
              <a:rPr lang="en-IN" sz="4000" b="1" dirty="0">
                <a:latin typeface="Times New Roman" panose="02020603050405020304" pitchFamily="18" charset="0"/>
                <a:cs typeface="Times New Roman" panose="02020603050405020304" pitchFamily="18" charset="0"/>
              </a:rPr>
              <a:t>Output</a:t>
            </a:r>
          </a:p>
        </p:txBody>
      </p:sp>
      <p:sp>
        <p:nvSpPr>
          <p:cNvPr id="4" name="Google Shape;200;p4">
            <a:extLst>
              <a:ext uri="{FF2B5EF4-FFF2-40B4-BE49-F238E27FC236}">
                <a16:creationId xmlns:a16="http://schemas.microsoft.com/office/drawing/2014/main" id="{E4799686-32F9-B23D-ED1C-2BC3ED5870CF}"/>
              </a:ext>
            </a:extLst>
          </p:cNvPr>
          <p:cNvSpPr/>
          <p:nvPr/>
        </p:nvSpPr>
        <p:spPr>
          <a:xfrm>
            <a:off x="-1641913" y="675252"/>
            <a:ext cx="15637398" cy="648072"/>
          </a:xfrm>
          <a:prstGeom prst="mathMinus">
            <a:avLst>
              <a:gd name="adj1" fmla="val 23520"/>
            </a:avLst>
          </a:prstGeom>
          <a:solidFill>
            <a:srgbClr val="4F6128"/>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5" name="Picture 4">
            <a:extLst>
              <a:ext uri="{FF2B5EF4-FFF2-40B4-BE49-F238E27FC236}">
                <a16:creationId xmlns:a16="http://schemas.microsoft.com/office/drawing/2014/main" id="{1881CD74-2AD4-F9A6-6581-2DA1885BC0A2}"/>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1194044" y="108296"/>
            <a:ext cx="725914" cy="675249"/>
          </a:xfrm>
          <a:prstGeom prst="rect">
            <a:avLst/>
          </a:prstGeom>
          <a:noFill/>
          <a:ln>
            <a:noFill/>
          </a:ln>
        </p:spPr>
      </p:pic>
      <p:pic>
        <p:nvPicPr>
          <p:cNvPr id="6" name="Image 51">
            <a:extLst>
              <a:ext uri="{FF2B5EF4-FFF2-40B4-BE49-F238E27FC236}">
                <a16:creationId xmlns:a16="http://schemas.microsoft.com/office/drawing/2014/main" id="{39AFD75D-3FCA-F885-09C5-A30912A58CE6}"/>
              </a:ext>
            </a:extLst>
          </p:cNvPr>
          <p:cNvPicPr>
            <a:picLocks noGrp="1"/>
          </p:cNvPicPr>
          <p:nvPr>
            <p:ph idx="1"/>
          </p:nvPr>
        </p:nvPicPr>
        <p:blipFill>
          <a:blip r:embed="rId3" cstate="print"/>
          <a:stretch>
            <a:fillRect/>
          </a:stretch>
        </p:blipFill>
        <p:spPr>
          <a:xfrm>
            <a:off x="480291" y="1323325"/>
            <a:ext cx="4516582" cy="2565184"/>
          </a:xfrm>
          <a:prstGeom prst="rect">
            <a:avLst/>
          </a:prstGeom>
        </p:spPr>
      </p:pic>
      <p:pic>
        <p:nvPicPr>
          <p:cNvPr id="7" name="Image 52">
            <a:extLst>
              <a:ext uri="{FF2B5EF4-FFF2-40B4-BE49-F238E27FC236}">
                <a16:creationId xmlns:a16="http://schemas.microsoft.com/office/drawing/2014/main" id="{83D744CD-12A5-7F71-F5BE-0A2FCCACB62D}"/>
              </a:ext>
            </a:extLst>
          </p:cNvPr>
          <p:cNvPicPr/>
          <p:nvPr/>
        </p:nvPicPr>
        <p:blipFill>
          <a:blip r:embed="rId4" cstate="print"/>
          <a:stretch>
            <a:fillRect/>
          </a:stretch>
        </p:blipFill>
        <p:spPr>
          <a:xfrm>
            <a:off x="5246255" y="1323325"/>
            <a:ext cx="4812145" cy="2640632"/>
          </a:xfrm>
          <a:prstGeom prst="rect">
            <a:avLst/>
          </a:prstGeom>
        </p:spPr>
      </p:pic>
      <p:pic>
        <p:nvPicPr>
          <p:cNvPr id="8" name="Image 53">
            <a:extLst>
              <a:ext uri="{FF2B5EF4-FFF2-40B4-BE49-F238E27FC236}">
                <a16:creationId xmlns:a16="http://schemas.microsoft.com/office/drawing/2014/main" id="{5FFC589C-651C-0A5D-A240-A2868D393A77}"/>
              </a:ext>
            </a:extLst>
          </p:cNvPr>
          <p:cNvPicPr/>
          <p:nvPr/>
        </p:nvPicPr>
        <p:blipFill>
          <a:blip r:embed="rId5" cstate="print"/>
          <a:stretch>
            <a:fillRect/>
          </a:stretch>
        </p:blipFill>
        <p:spPr>
          <a:xfrm>
            <a:off x="3363192" y="4331321"/>
            <a:ext cx="5180444" cy="2411223"/>
          </a:xfrm>
          <a:prstGeom prst="rect">
            <a:avLst/>
          </a:prstGeom>
        </p:spPr>
      </p:pic>
    </p:spTree>
    <p:extLst>
      <p:ext uri="{BB962C8B-B14F-4D97-AF65-F5344CB8AC3E}">
        <p14:creationId xmlns:p14="http://schemas.microsoft.com/office/powerpoint/2010/main" val="28538753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201" y="-369454"/>
            <a:ext cx="11150600" cy="1874981"/>
          </a:xfrm>
        </p:spPr>
        <p:txBody>
          <a:bodyPr>
            <a:normAutofit/>
          </a:bodyPr>
          <a:lstStyle/>
          <a:p>
            <a:r>
              <a:rPr lang="en-US" sz="4000" b="1" dirty="0">
                <a:latin typeface="Times New Roman"/>
                <a:ea typeface="Times New Roman"/>
                <a:cs typeface="Times New Roman"/>
                <a:sym typeface="Times New Roman"/>
              </a:rPr>
              <a:t>The Project is </a:t>
            </a:r>
            <a:r>
              <a:rPr lang="en-IN" sz="4000" b="1" dirty="0">
                <a:latin typeface="Times New Roman"/>
                <a:ea typeface="Times New Roman"/>
                <a:cs typeface="Times New Roman"/>
                <a:sym typeface="Times New Roman"/>
              </a:rPr>
              <a:t>Intended</a:t>
            </a:r>
            <a:r>
              <a:rPr lang="en-US" sz="4000" b="1" dirty="0">
                <a:latin typeface="Times New Roman"/>
                <a:ea typeface="Times New Roman"/>
                <a:cs typeface="Times New Roman"/>
                <a:sym typeface="Times New Roman"/>
              </a:rPr>
              <a:t> to</a:t>
            </a:r>
            <a:endParaRPr lang="en-US"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83491" y="1160606"/>
            <a:ext cx="10282382" cy="5697393"/>
          </a:xfrm>
        </p:spPr>
        <p:txBody>
          <a:bodyPr>
            <a:normAutofit fontScale="40000" lnSpcReduction="20000"/>
          </a:bodyPr>
          <a:lstStyle/>
          <a:p>
            <a:pPr marL="0" indent="0">
              <a:buNone/>
            </a:pPr>
            <a:r>
              <a:rPr lang="en-US" sz="6000" b="1" dirty="0">
                <a:latin typeface="Times New Roman" panose="02020603050405020304" pitchFamily="18" charset="0"/>
                <a:cs typeface="Times New Roman" panose="02020603050405020304" pitchFamily="18" charset="0"/>
              </a:rPr>
              <a:t>1. Heat Mapping System (Primary Use Case)</a:t>
            </a:r>
          </a:p>
          <a:p>
            <a:pPr lvl="1"/>
            <a:r>
              <a:rPr lang="en-US" sz="6000" dirty="0">
                <a:latin typeface="Times New Roman" panose="02020603050405020304" pitchFamily="18" charset="0"/>
                <a:cs typeface="Times New Roman" panose="02020603050405020304" pitchFamily="18" charset="0"/>
              </a:rPr>
              <a:t>Analyzes temperature at a </a:t>
            </a:r>
            <a:r>
              <a:rPr lang="en-US" sz="6000" b="1" dirty="0">
                <a:latin typeface="Times New Roman" panose="02020603050405020304" pitchFamily="18" charset="0"/>
                <a:cs typeface="Times New Roman" panose="02020603050405020304" pitchFamily="18" charset="0"/>
              </a:rPr>
              <a:t>local (hyperlocal) level</a:t>
            </a:r>
            <a:r>
              <a:rPr lang="en-US" sz="6000" dirty="0">
                <a:latin typeface="Times New Roman" panose="02020603050405020304" pitchFamily="18" charset="0"/>
                <a:cs typeface="Times New Roman" panose="02020603050405020304" pitchFamily="18" charset="0"/>
              </a:rPr>
              <a:t> </a:t>
            </a:r>
          </a:p>
          <a:p>
            <a:pPr lvl="1"/>
            <a:r>
              <a:rPr lang="en-US" sz="6000" dirty="0">
                <a:latin typeface="Times New Roman" panose="02020603050405020304" pitchFamily="18" charset="0"/>
                <a:cs typeface="Times New Roman" panose="02020603050405020304" pitchFamily="18" charset="0"/>
              </a:rPr>
              <a:t>Uses </a:t>
            </a:r>
            <a:r>
              <a:rPr lang="en-US" sz="6000" b="1" dirty="0">
                <a:latin typeface="Times New Roman" panose="02020603050405020304" pitchFamily="18" charset="0"/>
                <a:cs typeface="Times New Roman" panose="02020603050405020304" pitchFamily="18" charset="0"/>
              </a:rPr>
              <a:t>satellite data</a:t>
            </a:r>
            <a:r>
              <a:rPr lang="en-US" sz="6000" dirty="0">
                <a:latin typeface="Times New Roman" panose="02020603050405020304" pitchFamily="18" charset="0"/>
                <a:cs typeface="Times New Roman" panose="02020603050405020304" pitchFamily="18" charset="0"/>
              </a:rPr>
              <a:t> for accurate heat analysis </a:t>
            </a:r>
          </a:p>
          <a:p>
            <a:pPr lvl="1"/>
            <a:r>
              <a:rPr lang="en-US" sz="6000" dirty="0">
                <a:latin typeface="Times New Roman" panose="02020603050405020304" pitchFamily="18" charset="0"/>
                <a:cs typeface="Times New Roman" panose="02020603050405020304" pitchFamily="18" charset="0"/>
              </a:rPr>
              <a:t>Identifies </a:t>
            </a:r>
            <a:r>
              <a:rPr lang="en-US" sz="6000" b="1" dirty="0">
                <a:latin typeface="Times New Roman" panose="02020603050405020304" pitchFamily="18" charset="0"/>
                <a:cs typeface="Times New Roman" panose="02020603050405020304" pitchFamily="18" charset="0"/>
              </a:rPr>
              <a:t>heat hotspot areas</a:t>
            </a:r>
            <a:r>
              <a:rPr lang="en-US" sz="6000" dirty="0">
                <a:latin typeface="Times New Roman" panose="02020603050405020304" pitchFamily="18" charset="0"/>
                <a:cs typeface="Times New Roman" panose="02020603050405020304" pitchFamily="18" charset="0"/>
              </a:rPr>
              <a:t> in the city </a:t>
            </a:r>
          </a:p>
          <a:p>
            <a:pPr lvl="1"/>
            <a:r>
              <a:rPr lang="en-US" sz="6000" dirty="0">
                <a:latin typeface="Times New Roman" panose="02020603050405020304" pitchFamily="18" charset="0"/>
                <a:cs typeface="Times New Roman" panose="02020603050405020304" pitchFamily="18" charset="0"/>
              </a:rPr>
              <a:t>Displays results using </a:t>
            </a:r>
            <a:r>
              <a:rPr lang="en-US" sz="6000" b="1" dirty="0">
                <a:latin typeface="Times New Roman" panose="02020603050405020304" pitchFamily="18" charset="0"/>
                <a:cs typeface="Times New Roman" panose="02020603050405020304" pitchFamily="18" charset="0"/>
              </a:rPr>
              <a:t>heatmaps</a:t>
            </a:r>
            <a:r>
              <a:rPr lang="en-US" sz="6000" dirty="0">
                <a:latin typeface="Times New Roman" panose="02020603050405020304" pitchFamily="18" charset="0"/>
                <a:cs typeface="Times New Roman" panose="02020603050405020304" pitchFamily="18" charset="0"/>
              </a:rPr>
              <a:t> </a:t>
            </a:r>
          </a:p>
          <a:p>
            <a:pPr lvl="1"/>
            <a:r>
              <a:rPr lang="en-US" sz="6000" dirty="0">
                <a:latin typeface="Times New Roman" panose="02020603050405020304" pitchFamily="18" charset="0"/>
                <a:cs typeface="Times New Roman" panose="02020603050405020304" pitchFamily="18" charset="0"/>
              </a:rPr>
              <a:t>Helps in easy understanding of temperature variations </a:t>
            </a:r>
            <a:endParaRPr lang="en-US" sz="6400" dirty="0">
              <a:latin typeface="Times New Roman" panose="02020603050405020304" pitchFamily="18" charset="0"/>
              <a:cs typeface="Times New Roman" panose="02020603050405020304" pitchFamily="18" charset="0"/>
            </a:endParaRPr>
          </a:p>
          <a:p>
            <a:pPr marL="0" indent="0">
              <a:buNone/>
            </a:pPr>
            <a:r>
              <a:rPr lang="en-US" sz="6000" b="1" dirty="0">
                <a:latin typeface="Times New Roman" panose="02020603050405020304" pitchFamily="18" charset="0"/>
                <a:cs typeface="Times New Roman" panose="02020603050405020304" pitchFamily="18" charset="0"/>
              </a:rPr>
              <a:t>2. Temperature Prediction &amp; Alert System</a:t>
            </a:r>
          </a:p>
          <a:p>
            <a:pPr lvl="1"/>
            <a:r>
              <a:rPr lang="en-US" sz="6000" dirty="0">
                <a:latin typeface="Times New Roman" panose="02020603050405020304" pitchFamily="18" charset="0"/>
                <a:cs typeface="Times New Roman" panose="02020603050405020304" pitchFamily="18" charset="0"/>
              </a:rPr>
              <a:t>Predicts temperature using </a:t>
            </a:r>
            <a:r>
              <a:rPr lang="en-US" sz="6000" b="1" dirty="0">
                <a:latin typeface="Times New Roman" panose="02020603050405020304" pitchFamily="18" charset="0"/>
                <a:cs typeface="Times New Roman" panose="02020603050405020304" pitchFamily="18" charset="0"/>
              </a:rPr>
              <a:t>Machine Learning (Random Forest)</a:t>
            </a:r>
            <a:r>
              <a:rPr lang="en-US" sz="6000" dirty="0">
                <a:latin typeface="Times New Roman" panose="02020603050405020304" pitchFamily="18" charset="0"/>
                <a:cs typeface="Times New Roman" panose="02020603050405020304" pitchFamily="18" charset="0"/>
              </a:rPr>
              <a:t> </a:t>
            </a:r>
          </a:p>
          <a:p>
            <a:pPr lvl="1"/>
            <a:r>
              <a:rPr lang="en-US" sz="6000" dirty="0">
                <a:latin typeface="Times New Roman" panose="02020603050405020304" pitchFamily="18" charset="0"/>
                <a:cs typeface="Times New Roman" panose="02020603050405020304" pitchFamily="18" charset="0"/>
              </a:rPr>
              <a:t>Considers </a:t>
            </a:r>
            <a:r>
              <a:rPr lang="en-US" sz="6000" b="1" dirty="0">
                <a:latin typeface="Times New Roman" panose="02020603050405020304" pitchFamily="18" charset="0"/>
                <a:cs typeface="Times New Roman" panose="02020603050405020304" pitchFamily="18" charset="0"/>
              </a:rPr>
              <a:t>location and time (morning, afternoon, evening)</a:t>
            </a:r>
            <a:r>
              <a:rPr lang="en-US" sz="6000" dirty="0">
                <a:latin typeface="Times New Roman" panose="02020603050405020304" pitchFamily="18" charset="0"/>
                <a:cs typeface="Times New Roman" panose="02020603050405020304" pitchFamily="18" charset="0"/>
              </a:rPr>
              <a:t> </a:t>
            </a:r>
          </a:p>
          <a:p>
            <a:pPr lvl="1"/>
            <a:r>
              <a:rPr lang="en-US" sz="6000" dirty="0">
                <a:latin typeface="Times New Roman" panose="02020603050405020304" pitchFamily="18" charset="0"/>
                <a:cs typeface="Times New Roman" panose="02020603050405020304" pitchFamily="18" charset="0"/>
              </a:rPr>
              <a:t>Calculates </a:t>
            </a:r>
            <a:r>
              <a:rPr lang="en-US" sz="6000" b="1" dirty="0">
                <a:latin typeface="Times New Roman" panose="02020603050405020304" pitchFamily="18" charset="0"/>
                <a:cs typeface="Times New Roman" panose="02020603050405020304" pitchFamily="18" charset="0"/>
              </a:rPr>
              <a:t>risk levels</a:t>
            </a:r>
            <a:r>
              <a:rPr lang="en-US" sz="6000" dirty="0">
                <a:latin typeface="Times New Roman" panose="02020603050405020304" pitchFamily="18" charset="0"/>
                <a:cs typeface="Times New Roman" panose="02020603050405020304" pitchFamily="18" charset="0"/>
              </a:rPr>
              <a:t> based on temperature </a:t>
            </a:r>
          </a:p>
          <a:p>
            <a:pPr lvl="1"/>
            <a:r>
              <a:rPr lang="en-US" sz="6000" dirty="0">
                <a:latin typeface="Times New Roman" panose="02020603050405020304" pitchFamily="18" charset="0"/>
                <a:cs typeface="Times New Roman" panose="02020603050405020304" pitchFamily="18" charset="0"/>
              </a:rPr>
              <a:t>Generates </a:t>
            </a:r>
            <a:r>
              <a:rPr lang="en-US" sz="6000" b="1" dirty="0">
                <a:latin typeface="Times New Roman" panose="02020603050405020304" pitchFamily="18" charset="0"/>
                <a:cs typeface="Times New Roman" panose="02020603050405020304" pitchFamily="18" charset="0"/>
              </a:rPr>
              <a:t>alerts for high heat conditions</a:t>
            </a:r>
            <a:r>
              <a:rPr lang="en-US" sz="6000" dirty="0">
                <a:latin typeface="Times New Roman" panose="02020603050405020304" pitchFamily="18" charset="0"/>
                <a:cs typeface="Times New Roman" panose="02020603050405020304" pitchFamily="18" charset="0"/>
              </a:rPr>
              <a:t> </a:t>
            </a:r>
          </a:p>
          <a:p>
            <a:pPr lvl="1"/>
            <a:r>
              <a:rPr lang="en-US" sz="6000" dirty="0">
                <a:latin typeface="Times New Roman" panose="02020603050405020304" pitchFamily="18" charset="0"/>
                <a:cs typeface="Times New Roman" panose="02020603050405020304" pitchFamily="18" charset="0"/>
              </a:rPr>
              <a:t>Helps users take preventive actions </a:t>
            </a:r>
          </a:p>
          <a:p>
            <a:pPr marL="0" indent="0">
              <a:buNone/>
            </a:pPr>
            <a:r>
              <a:rPr lang="en-US" sz="6000" b="1" dirty="0">
                <a:latin typeface="Times New Roman" panose="02020603050405020304" pitchFamily="18" charset="0"/>
                <a:cs typeface="Times New Roman" panose="02020603050405020304" pitchFamily="18" charset="0"/>
              </a:rPr>
              <a:t>Key Strength:</a:t>
            </a:r>
          </a:p>
          <a:p>
            <a:pPr lvl="1"/>
            <a:r>
              <a:rPr lang="en-US" sz="6000" dirty="0">
                <a:latin typeface="Times New Roman" panose="02020603050405020304" pitchFamily="18" charset="0"/>
                <a:cs typeface="Times New Roman" panose="02020603050405020304" pitchFamily="18" charset="0"/>
              </a:rPr>
              <a:t>Combines </a:t>
            </a:r>
            <a:r>
              <a:rPr lang="en-US" sz="6000" b="1" dirty="0">
                <a:latin typeface="Times New Roman" panose="02020603050405020304" pitchFamily="18" charset="0"/>
                <a:cs typeface="Times New Roman" panose="02020603050405020304" pitchFamily="18" charset="0"/>
              </a:rPr>
              <a:t>heat analysis + prediction + alert system</a:t>
            </a:r>
            <a:r>
              <a:rPr lang="en-US" sz="6000" dirty="0">
                <a:latin typeface="Times New Roman" panose="02020603050405020304" pitchFamily="18" charset="0"/>
                <a:cs typeface="Times New Roman" panose="02020603050405020304" pitchFamily="18" charset="0"/>
              </a:rPr>
              <a:t> </a:t>
            </a:r>
          </a:p>
          <a:p>
            <a:pPr lvl="1"/>
            <a:r>
              <a:rPr lang="en-US" sz="6000" dirty="0">
                <a:latin typeface="Times New Roman" panose="02020603050405020304" pitchFamily="18" charset="0"/>
                <a:cs typeface="Times New Roman" panose="02020603050405020304" pitchFamily="18" charset="0"/>
              </a:rPr>
              <a:t>Provides </a:t>
            </a:r>
            <a:r>
              <a:rPr lang="en-US" sz="6000" b="1" dirty="0">
                <a:latin typeface="Times New Roman" panose="02020603050405020304" pitchFamily="18" charset="0"/>
                <a:cs typeface="Times New Roman" panose="02020603050405020304" pitchFamily="18" charset="0"/>
              </a:rPr>
              <a:t>real-time and accurate results</a:t>
            </a:r>
            <a:r>
              <a:rPr lang="en-US" sz="6000" dirty="0">
                <a:latin typeface="Times New Roman" panose="02020603050405020304" pitchFamily="18" charset="0"/>
                <a:cs typeface="Times New Roman" panose="02020603050405020304" pitchFamily="18" charset="0"/>
              </a:rPr>
              <a:t> </a:t>
            </a:r>
          </a:p>
          <a:p>
            <a:pPr lvl="1"/>
            <a:r>
              <a:rPr lang="en-US" sz="6000" dirty="0">
                <a:latin typeface="Times New Roman" panose="02020603050405020304" pitchFamily="18" charset="0"/>
                <a:cs typeface="Times New Roman" panose="02020603050405020304" pitchFamily="18" charset="0"/>
              </a:rPr>
              <a:t>Useful for </a:t>
            </a:r>
            <a:r>
              <a:rPr lang="en-US" sz="6000" b="1" dirty="0">
                <a:latin typeface="Times New Roman" panose="02020603050405020304" pitchFamily="18" charset="0"/>
                <a:cs typeface="Times New Roman" panose="02020603050405020304" pitchFamily="18" charset="0"/>
              </a:rPr>
              <a:t>daily monitoring and decision making</a:t>
            </a:r>
            <a:r>
              <a:rPr lang="en-US" sz="6000" dirty="0">
                <a:latin typeface="Times New Roman" panose="02020603050405020304" pitchFamily="18" charset="0"/>
                <a:cs typeface="Times New Roman" panose="02020603050405020304" pitchFamily="18" charset="0"/>
              </a:rPr>
              <a:t> </a:t>
            </a:r>
          </a:p>
          <a:p>
            <a:pPr lvl="1"/>
            <a:r>
              <a:rPr lang="en-US" sz="6000" dirty="0">
                <a:latin typeface="Times New Roman" panose="02020603050405020304" pitchFamily="18" charset="0"/>
                <a:cs typeface="Times New Roman" panose="02020603050405020304" pitchFamily="18" charset="0"/>
              </a:rPr>
              <a:t>Supports </a:t>
            </a:r>
            <a:r>
              <a:rPr lang="en-US" sz="6000" b="1" dirty="0">
                <a:latin typeface="Times New Roman" panose="02020603050405020304" pitchFamily="18" charset="0"/>
                <a:cs typeface="Times New Roman" panose="02020603050405020304" pitchFamily="18" charset="0"/>
              </a:rPr>
              <a:t>urban planning and public safety</a:t>
            </a:r>
            <a:r>
              <a:rPr lang="en-US" sz="6000" dirty="0">
                <a:latin typeface="Times New Roman" panose="02020603050405020304" pitchFamily="18" charset="0"/>
                <a:cs typeface="Times New Roman" panose="02020603050405020304" pitchFamily="18" charset="0"/>
              </a:rPr>
              <a:t> </a:t>
            </a:r>
          </a:p>
          <a:p>
            <a:pPr marL="0" indent="0">
              <a:buNone/>
            </a:pPr>
            <a:endParaRPr lang="en-US" sz="64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p:txBody>
      </p:sp>
      <p:sp>
        <p:nvSpPr>
          <p:cNvPr id="4" name="Google Shape;179;p2">
            <a:extLst>
              <a:ext uri="{FF2B5EF4-FFF2-40B4-BE49-F238E27FC236}">
                <a16:creationId xmlns:a16="http://schemas.microsoft.com/office/drawing/2014/main" id="{B6975BC5-4FC6-4EFD-14D1-650EE21AD42A}"/>
              </a:ext>
            </a:extLst>
          </p:cNvPr>
          <p:cNvSpPr/>
          <p:nvPr/>
        </p:nvSpPr>
        <p:spPr>
          <a:xfrm>
            <a:off x="-1797935" y="528613"/>
            <a:ext cx="15787869" cy="719091"/>
          </a:xfrm>
          <a:prstGeom prst="mathMinus">
            <a:avLst>
              <a:gd name="adj1" fmla="val 23520"/>
            </a:avLst>
          </a:prstGeom>
          <a:solidFill>
            <a:srgbClr val="4B4B4B"/>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Arial"/>
              <a:ea typeface="Arial"/>
              <a:cs typeface="Arial"/>
              <a:sym typeface="Arial"/>
            </a:endParaRPr>
          </a:p>
        </p:txBody>
      </p:sp>
      <p:pic>
        <p:nvPicPr>
          <p:cNvPr id="5" name="Picture 4">
            <a:extLst>
              <a:ext uri="{FF2B5EF4-FFF2-40B4-BE49-F238E27FC236}">
                <a16:creationId xmlns:a16="http://schemas.microsoft.com/office/drawing/2014/main" id="{3DDDB9A3-7D2F-2EE8-99B8-CDEDF8D6E0E7}"/>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1162525" y="190989"/>
            <a:ext cx="725914" cy="675249"/>
          </a:xfrm>
          <a:prstGeom prst="rect">
            <a:avLst/>
          </a:prstGeom>
          <a:noFill/>
          <a:ln>
            <a:noFill/>
          </a:ln>
        </p:spPr>
      </p:pic>
    </p:spTree>
    <p:extLst>
      <p:ext uri="{BB962C8B-B14F-4D97-AF65-F5344CB8AC3E}">
        <p14:creationId xmlns:p14="http://schemas.microsoft.com/office/powerpoint/2010/main" val="39474786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60F8B-EC17-6F32-259A-9C46F3130372}"/>
              </a:ext>
            </a:extLst>
          </p:cNvPr>
          <p:cNvSpPr>
            <a:spLocks noGrp="1"/>
          </p:cNvSpPr>
          <p:nvPr>
            <p:ph type="title"/>
          </p:nvPr>
        </p:nvSpPr>
        <p:spPr>
          <a:xfrm>
            <a:off x="212436" y="-193963"/>
            <a:ext cx="11141364" cy="1884652"/>
          </a:xfrm>
        </p:spPr>
        <p:txBody>
          <a:bodyPr>
            <a:normAutofit/>
          </a:bodyPr>
          <a:lstStyle/>
          <a:p>
            <a:r>
              <a:rPr lang="en-IN" sz="4000" b="1" dirty="0">
                <a:latin typeface="Times New Roman" panose="02020603050405020304" pitchFamily="18" charset="0"/>
                <a:cs typeface="Times New Roman" panose="02020603050405020304" pitchFamily="18" charset="0"/>
              </a:rPr>
              <a:t>Experimental Results and Discussion</a:t>
            </a:r>
          </a:p>
        </p:txBody>
      </p:sp>
      <p:sp>
        <p:nvSpPr>
          <p:cNvPr id="3" name="Content Placeholder 2">
            <a:extLst>
              <a:ext uri="{FF2B5EF4-FFF2-40B4-BE49-F238E27FC236}">
                <a16:creationId xmlns:a16="http://schemas.microsoft.com/office/drawing/2014/main" id="{60265F7B-F426-EB78-68C3-04AA86FBE368}"/>
              </a:ext>
            </a:extLst>
          </p:cNvPr>
          <p:cNvSpPr>
            <a:spLocks noGrp="1"/>
          </p:cNvSpPr>
          <p:nvPr>
            <p:ph idx="1"/>
          </p:nvPr>
        </p:nvSpPr>
        <p:spPr>
          <a:xfrm>
            <a:off x="461818" y="1514541"/>
            <a:ext cx="10891982" cy="4662422"/>
          </a:xfrm>
        </p:spPr>
        <p:txBody>
          <a:bodyPr>
            <a:normAutofit fontScale="25000" lnSpcReduction="20000"/>
          </a:bodyPr>
          <a:lstStyle/>
          <a:p>
            <a:pPr marL="0" indent="0">
              <a:buNone/>
            </a:pPr>
            <a:r>
              <a:rPr lang="en-US" sz="6400" b="1" dirty="0">
                <a:latin typeface="Times New Roman" panose="02020603050405020304" pitchFamily="18" charset="0"/>
                <a:cs typeface="Times New Roman" panose="02020603050405020304" pitchFamily="18" charset="0"/>
              </a:rPr>
              <a:t>1. Temperature Prediction Results</a:t>
            </a:r>
          </a:p>
          <a:p>
            <a:r>
              <a:rPr lang="en-US" sz="6400" dirty="0">
                <a:latin typeface="Times New Roman" panose="02020603050405020304" pitchFamily="18" charset="0"/>
                <a:cs typeface="Times New Roman" panose="02020603050405020304" pitchFamily="18" charset="0"/>
              </a:rPr>
              <a:t>The model predicts temperature using </a:t>
            </a:r>
            <a:r>
              <a:rPr lang="en-US" sz="6400" b="1" dirty="0">
                <a:latin typeface="Times New Roman" panose="02020603050405020304" pitchFamily="18" charset="0"/>
                <a:cs typeface="Times New Roman" panose="02020603050405020304" pitchFamily="18" charset="0"/>
              </a:rPr>
              <a:t>location and time inputs</a:t>
            </a:r>
            <a:r>
              <a:rPr lang="en-US" sz="6400" dirty="0">
                <a:latin typeface="Times New Roman" panose="02020603050405020304" pitchFamily="18" charset="0"/>
                <a:cs typeface="Times New Roman" panose="02020603050405020304" pitchFamily="18" charset="0"/>
              </a:rPr>
              <a:t> </a:t>
            </a:r>
          </a:p>
          <a:p>
            <a:r>
              <a:rPr lang="en-US" sz="6400" dirty="0">
                <a:latin typeface="Times New Roman" panose="02020603050405020304" pitchFamily="18" charset="0"/>
                <a:cs typeface="Times New Roman" panose="02020603050405020304" pitchFamily="18" charset="0"/>
              </a:rPr>
              <a:t>Uses </a:t>
            </a:r>
            <a:r>
              <a:rPr lang="en-US" sz="6400" b="1" dirty="0">
                <a:latin typeface="Times New Roman" panose="02020603050405020304" pitchFamily="18" charset="0"/>
                <a:cs typeface="Times New Roman" panose="02020603050405020304" pitchFamily="18" charset="0"/>
              </a:rPr>
              <a:t>Random Forest algorithm</a:t>
            </a:r>
            <a:r>
              <a:rPr lang="en-US" sz="6400" dirty="0">
                <a:latin typeface="Times New Roman" panose="02020603050405020304" pitchFamily="18" charset="0"/>
                <a:cs typeface="Times New Roman" panose="02020603050405020304" pitchFamily="18" charset="0"/>
              </a:rPr>
              <a:t> for better accuracy </a:t>
            </a:r>
          </a:p>
          <a:p>
            <a:r>
              <a:rPr lang="en-US" sz="6400" dirty="0">
                <a:latin typeface="Times New Roman" panose="02020603050405020304" pitchFamily="18" charset="0"/>
                <a:cs typeface="Times New Roman" panose="02020603050405020304" pitchFamily="18" charset="0"/>
              </a:rPr>
              <a:t>Shows reliable results for different areas and time periods </a:t>
            </a:r>
          </a:p>
          <a:p>
            <a:r>
              <a:rPr lang="en-US" sz="6400" dirty="0">
                <a:latin typeface="Times New Roman" panose="02020603050405020304" pitchFamily="18" charset="0"/>
                <a:cs typeface="Times New Roman" panose="02020603050405020304" pitchFamily="18" charset="0"/>
              </a:rPr>
              <a:t>Error is measured using </a:t>
            </a:r>
            <a:r>
              <a:rPr lang="en-US" sz="6400" b="1" dirty="0">
                <a:latin typeface="Times New Roman" panose="02020603050405020304" pitchFamily="18" charset="0"/>
                <a:cs typeface="Times New Roman" panose="02020603050405020304" pitchFamily="18" charset="0"/>
              </a:rPr>
              <a:t>MAE (Mean Absolute Error)</a:t>
            </a:r>
            <a:r>
              <a:rPr lang="en-US" sz="6400" dirty="0">
                <a:latin typeface="Times New Roman" panose="02020603050405020304" pitchFamily="18" charset="0"/>
                <a:cs typeface="Times New Roman" panose="02020603050405020304" pitchFamily="18" charset="0"/>
              </a:rPr>
              <a:t> </a:t>
            </a:r>
          </a:p>
          <a:p>
            <a:pPr marL="0" indent="0">
              <a:buNone/>
            </a:pPr>
            <a:r>
              <a:rPr lang="en-US" sz="6400" b="1" dirty="0">
                <a:latin typeface="Times New Roman" panose="02020603050405020304" pitchFamily="18" charset="0"/>
                <a:cs typeface="Times New Roman" panose="02020603050405020304" pitchFamily="18" charset="0"/>
              </a:rPr>
              <a:t>2. Heatmap Visualization Results</a:t>
            </a:r>
          </a:p>
          <a:p>
            <a:r>
              <a:rPr lang="en-US" sz="6400" dirty="0">
                <a:latin typeface="Times New Roman" panose="02020603050405020304" pitchFamily="18" charset="0"/>
                <a:cs typeface="Times New Roman" panose="02020603050405020304" pitchFamily="18" charset="0"/>
              </a:rPr>
              <a:t>Generated heatmaps clearly show </a:t>
            </a:r>
            <a:r>
              <a:rPr lang="en-US" sz="6400" b="1" dirty="0">
                <a:latin typeface="Times New Roman" panose="02020603050405020304" pitchFamily="18" charset="0"/>
                <a:cs typeface="Times New Roman" panose="02020603050405020304" pitchFamily="18" charset="0"/>
              </a:rPr>
              <a:t>temperature distribution</a:t>
            </a:r>
            <a:r>
              <a:rPr lang="en-US" sz="6400" dirty="0">
                <a:latin typeface="Times New Roman" panose="02020603050405020304" pitchFamily="18" charset="0"/>
                <a:cs typeface="Times New Roman" panose="02020603050405020304" pitchFamily="18" charset="0"/>
              </a:rPr>
              <a:t> </a:t>
            </a:r>
          </a:p>
          <a:p>
            <a:r>
              <a:rPr lang="en-US" sz="6400" dirty="0">
                <a:latin typeface="Times New Roman" panose="02020603050405020304" pitchFamily="18" charset="0"/>
                <a:cs typeface="Times New Roman" panose="02020603050405020304" pitchFamily="18" charset="0"/>
              </a:rPr>
              <a:t>Hotspot areas are easily identified </a:t>
            </a:r>
          </a:p>
          <a:p>
            <a:r>
              <a:rPr lang="en-US" sz="6400" dirty="0">
                <a:latin typeface="Times New Roman" panose="02020603050405020304" pitchFamily="18" charset="0"/>
                <a:cs typeface="Times New Roman" panose="02020603050405020304" pitchFamily="18" charset="0"/>
              </a:rPr>
              <a:t>Visualization helps in </a:t>
            </a:r>
            <a:r>
              <a:rPr lang="en-US" sz="6400" b="1" dirty="0">
                <a:latin typeface="Times New Roman" panose="02020603050405020304" pitchFamily="18" charset="0"/>
                <a:cs typeface="Times New Roman" panose="02020603050405020304" pitchFamily="18" charset="0"/>
              </a:rPr>
              <a:t>quick analysis and decision making</a:t>
            </a:r>
            <a:r>
              <a:rPr lang="en-US" sz="6400" dirty="0">
                <a:latin typeface="Times New Roman" panose="02020603050405020304" pitchFamily="18" charset="0"/>
                <a:cs typeface="Times New Roman" panose="02020603050405020304" pitchFamily="18" charset="0"/>
              </a:rPr>
              <a:t> </a:t>
            </a:r>
          </a:p>
          <a:p>
            <a:r>
              <a:rPr lang="en-US" sz="6400" dirty="0">
                <a:latin typeface="Times New Roman" panose="02020603050405020304" pitchFamily="18" charset="0"/>
                <a:cs typeface="Times New Roman" panose="02020603050405020304" pitchFamily="18" charset="0"/>
              </a:rPr>
              <a:t>Works effectively for different locations </a:t>
            </a:r>
          </a:p>
          <a:p>
            <a:pPr marL="0" indent="0">
              <a:buNone/>
            </a:pPr>
            <a:r>
              <a:rPr lang="en-US" sz="6400" b="1" dirty="0">
                <a:latin typeface="Times New Roman" panose="02020603050405020304" pitchFamily="18" charset="0"/>
                <a:cs typeface="Times New Roman" panose="02020603050405020304" pitchFamily="18" charset="0"/>
              </a:rPr>
              <a:t>3. Time-Based Analysis</a:t>
            </a:r>
          </a:p>
          <a:p>
            <a:r>
              <a:rPr lang="en-US" sz="6400" dirty="0">
                <a:latin typeface="Times New Roman" panose="02020603050405020304" pitchFamily="18" charset="0"/>
                <a:cs typeface="Times New Roman" panose="02020603050405020304" pitchFamily="18" charset="0"/>
              </a:rPr>
              <a:t>System analyzes temperature for </a:t>
            </a:r>
            <a:r>
              <a:rPr lang="en-US" sz="6400" b="1" dirty="0">
                <a:latin typeface="Times New Roman" panose="02020603050405020304" pitchFamily="18" charset="0"/>
                <a:cs typeface="Times New Roman" panose="02020603050405020304" pitchFamily="18" charset="0"/>
              </a:rPr>
              <a:t>morning, afternoon, evening</a:t>
            </a:r>
            <a:r>
              <a:rPr lang="en-US" sz="6400" dirty="0">
                <a:latin typeface="Times New Roman" panose="02020603050405020304" pitchFamily="18" charset="0"/>
                <a:cs typeface="Times New Roman" panose="02020603050405020304" pitchFamily="18" charset="0"/>
              </a:rPr>
              <a:t> </a:t>
            </a:r>
          </a:p>
          <a:p>
            <a:r>
              <a:rPr lang="en-US" sz="6400" dirty="0">
                <a:latin typeface="Times New Roman" panose="02020603050405020304" pitchFamily="18" charset="0"/>
                <a:cs typeface="Times New Roman" panose="02020603050405020304" pitchFamily="18" charset="0"/>
              </a:rPr>
              <a:t>Shows variation of heat throughout the day </a:t>
            </a:r>
          </a:p>
          <a:p>
            <a:r>
              <a:rPr lang="en-US" sz="6400" dirty="0">
                <a:latin typeface="Times New Roman" panose="02020603050405020304" pitchFamily="18" charset="0"/>
                <a:cs typeface="Times New Roman" panose="02020603050405020304" pitchFamily="18" charset="0"/>
              </a:rPr>
              <a:t>Improves prediction accuracy by including time factor </a:t>
            </a:r>
          </a:p>
          <a:p>
            <a:endParaRPr lang="en-IN" dirty="0"/>
          </a:p>
        </p:txBody>
      </p:sp>
      <p:sp>
        <p:nvSpPr>
          <p:cNvPr id="4" name="Google Shape;179;p2">
            <a:extLst>
              <a:ext uri="{FF2B5EF4-FFF2-40B4-BE49-F238E27FC236}">
                <a16:creationId xmlns:a16="http://schemas.microsoft.com/office/drawing/2014/main" id="{099C6483-9EAA-19D0-374E-C5D74148F6AF}"/>
              </a:ext>
            </a:extLst>
          </p:cNvPr>
          <p:cNvSpPr/>
          <p:nvPr/>
        </p:nvSpPr>
        <p:spPr>
          <a:xfrm>
            <a:off x="-1797935" y="795450"/>
            <a:ext cx="15787869" cy="719091"/>
          </a:xfrm>
          <a:prstGeom prst="mathMinus">
            <a:avLst>
              <a:gd name="adj1" fmla="val 23520"/>
            </a:avLst>
          </a:prstGeom>
          <a:solidFill>
            <a:srgbClr val="4B4B4B"/>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Arial"/>
              <a:ea typeface="Arial"/>
              <a:cs typeface="Arial"/>
              <a:sym typeface="Arial"/>
            </a:endParaRPr>
          </a:p>
        </p:txBody>
      </p:sp>
      <p:pic>
        <p:nvPicPr>
          <p:cNvPr id="5" name="Picture 4">
            <a:extLst>
              <a:ext uri="{FF2B5EF4-FFF2-40B4-BE49-F238E27FC236}">
                <a16:creationId xmlns:a16="http://schemas.microsoft.com/office/drawing/2014/main" id="{7320AF31-80EA-E6B7-2AF6-671D255EFD89}"/>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1162525" y="190989"/>
            <a:ext cx="725914" cy="675249"/>
          </a:xfrm>
          <a:prstGeom prst="rect">
            <a:avLst/>
          </a:prstGeom>
          <a:noFill/>
          <a:ln>
            <a:noFill/>
          </a:ln>
        </p:spPr>
      </p:pic>
    </p:spTree>
    <p:extLst>
      <p:ext uri="{BB962C8B-B14F-4D97-AF65-F5344CB8AC3E}">
        <p14:creationId xmlns:p14="http://schemas.microsoft.com/office/powerpoint/2010/main" val="15732576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1BC958-AB43-B859-3596-EE317E159325}"/>
              </a:ext>
            </a:extLst>
          </p:cNvPr>
          <p:cNvSpPr>
            <a:spLocks noGrp="1"/>
          </p:cNvSpPr>
          <p:nvPr>
            <p:ph idx="1"/>
          </p:nvPr>
        </p:nvSpPr>
        <p:spPr>
          <a:xfrm>
            <a:off x="838200" y="572655"/>
            <a:ext cx="10515600" cy="5604308"/>
          </a:xfrm>
        </p:spPr>
        <p:txBody>
          <a:bodyPr>
            <a:normAutofit/>
          </a:bodyPr>
          <a:lstStyle/>
          <a:p>
            <a:pPr marL="0" indent="0">
              <a:buNone/>
            </a:pPr>
            <a:r>
              <a:rPr lang="en-US" sz="2000" b="1" dirty="0">
                <a:latin typeface="Times New Roman" panose="02020603050405020304" pitchFamily="18" charset="0"/>
                <a:cs typeface="Times New Roman" panose="02020603050405020304" pitchFamily="18" charset="0"/>
              </a:rPr>
              <a:t>4. Alert System Performance</a:t>
            </a:r>
          </a:p>
          <a:p>
            <a:r>
              <a:rPr lang="en-US" sz="2000" dirty="0">
                <a:latin typeface="Times New Roman" panose="02020603050405020304" pitchFamily="18" charset="0"/>
                <a:cs typeface="Times New Roman" panose="02020603050405020304" pitchFamily="18" charset="0"/>
              </a:rPr>
              <a:t>Alerts are generated based on </a:t>
            </a:r>
            <a:r>
              <a:rPr lang="en-US" sz="2000" b="1" dirty="0">
                <a:latin typeface="Times New Roman" panose="02020603050405020304" pitchFamily="18" charset="0"/>
                <a:cs typeface="Times New Roman" panose="02020603050405020304" pitchFamily="18" charset="0"/>
              </a:rPr>
              <a:t>temperature threshold</a:t>
            </a:r>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Classified into </a:t>
            </a:r>
            <a:r>
              <a:rPr lang="en-US" sz="2000" b="1" dirty="0">
                <a:latin typeface="Times New Roman" panose="02020603050405020304" pitchFamily="18" charset="0"/>
                <a:cs typeface="Times New Roman" panose="02020603050405020304" pitchFamily="18" charset="0"/>
              </a:rPr>
              <a:t>Normal, Warning, Critical levels</a:t>
            </a:r>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Helps users to take preventive actions </a:t>
            </a:r>
          </a:p>
          <a:p>
            <a:r>
              <a:rPr lang="en-US" sz="2000" dirty="0">
                <a:latin typeface="Times New Roman" panose="02020603050405020304" pitchFamily="18" charset="0"/>
                <a:cs typeface="Times New Roman" panose="02020603050405020304" pitchFamily="18" charset="0"/>
              </a:rPr>
              <a:t>Works correctly for high-temperature conditions </a:t>
            </a:r>
          </a:p>
          <a:p>
            <a:pPr marL="0" indent="0">
              <a:buNone/>
            </a:pPr>
            <a:r>
              <a:rPr lang="en-US" sz="2000" b="1" dirty="0">
                <a:latin typeface="Times New Roman" panose="02020603050405020304" pitchFamily="18" charset="0"/>
                <a:cs typeface="Times New Roman" panose="02020603050405020304" pitchFamily="18" charset="0"/>
              </a:rPr>
              <a:t>Key Discussion:</a:t>
            </a:r>
          </a:p>
          <a:p>
            <a:r>
              <a:rPr lang="en-US" sz="2000" dirty="0">
                <a:latin typeface="Times New Roman" panose="02020603050405020304" pitchFamily="18" charset="0"/>
                <a:cs typeface="Times New Roman" panose="02020603050405020304" pitchFamily="18" charset="0"/>
              </a:rPr>
              <a:t>The system provides </a:t>
            </a:r>
            <a:r>
              <a:rPr lang="en-US" sz="2000" b="1" dirty="0">
                <a:latin typeface="Times New Roman" panose="02020603050405020304" pitchFamily="18" charset="0"/>
                <a:cs typeface="Times New Roman" panose="02020603050405020304" pitchFamily="18" charset="0"/>
              </a:rPr>
              <a:t>accurate and efficient heat analysis</a:t>
            </a:r>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Combines </a:t>
            </a:r>
            <a:r>
              <a:rPr lang="en-US" sz="2000" b="1" dirty="0">
                <a:latin typeface="Times New Roman" panose="02020603050405020304" pitchFamily="18" charset="0"/>
                <a:cs typeface="Times New Roman" panose="02020603050405020304" pitchFamily="18" charset="0"/>
              </a:rPr>
              <a:t>prediction, visualization, and alert system</a:t>
            </a:r>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Overcomes limitations of existing systems </a:t>
            </a:r>
          </a:p>
          <a:p>
            <a:r>
              <a:rPr lang="en-US" sz="2000" dirty="0">
                <a:latin typeface="Times New Roman" panose="02020603050405020304" pitchFamily="18" charset="0"/>
                <a:cs typeface="Times New Roman" panose="02020603050405020304" pitchFamily="18" charset="0"/>
              </a:rPr>
              <a:t>Useful for </a:t>
            </a:r>
            <a:r>
              <a:rPr lang="en-US" sz="2000" b="1" dirty="0">
                <a:latin typeface="Times New Roman" panose="02020603050405020304" pitchFamily="18" charset="0"/>
                <a:cs typeface="Times New Roman" panose="02020603050405020304" pitchFamily="18" charset="0"/>
              </a:rPr>
              <a:t>urban planning and public safety</a:t>
            </a:r>
            <a:endParaRPr lang="en-US" sz="20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0142998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B7CFC-15BB-BCFC-064C-989D4FE31AE7}"/>
              </a:ext>
            </a:extLst>
          </p:cNvPr>
          <p:cNvSpPr>
            <a:spLocks noGrp="1"/>
          </p:cNvSpPr>
          <p:nvPr>
            <p:ph type="title"/>
          </p:nvPr>
        </p:nvSpPr>
        <p:spPr>
          <a:xfrm>
            <a:off x="230909" y="-554181"/>
            <a:ext cx="11122891" cy="2244870"/>
          </a:xfrm>
        </p:spPr>
        <p:txBody>
          <a:bodyPr>
            <a:normAutofit/>
          </a:bodyPr>
          <a:lstStyle/>
          <a:p>
            <a:r>
              <a:rPr lang="en-IN" sz="4000" b="1" dirty="0">
                <a:latin typeface="Times New Roman" panose="02020603050405020304" pitchFamily="18" charset="0"/>
                <a:cs typeface="Times New Roman" panose="02020603050405020304" pitchFamily="18" charset="0"/>
              </a:rPr>
              <a:t>Conclusion &amp; Future Scope</a:t>
            </a:r>
          </a:p>
        </p:txBody>
      </p:sp>
      <p:sp>
        <p:nvSpPr>
          <p:cNvPr id="3" name="Content Placeholder 2">
            <a:extLst>
              <a:ext uri="{FF2B5EF4-FFF2-40B4-BE49-F238E27FC236}">
                <a16:creationId xmlns:a16="http://schemas.microsoft.com/office/drawing/2014/main" id="{B10E582C-8301-7998-FF62-9010CF7B28AB}"/>
              </a:ext>
            </a:extLst>
          </p:cNvPr>
          <p:cNvSpPr>
            <a:spLocks noGrp="1"/>
          </p:cNvSpPr>
          <p:nvPr>
            <p:ph idx="1"/>
          </p:nvPr>
        </p:nvSpPr>
        <p:spPr>
          <a:xfrm>
            <a:off x="230909" y="1302089"/>
            <a:ext cx="11122891" cy="4874874"/>
          </a:xfrm>
        </p:spPr>
        <p:txBody>
          <a:bodyPr>
            <a:normAutofit/>
          </a:bodyPr>
          <a:lstStyle/>
          <a:p>
            <a:pPr marL="0" indent="0">
              <a:buNone/>
            </a:pPr>
            <a:r>
              <a:rPr lang="en-US" sz="2000" b="1" dirty="0">
                <a:latin typeface="Times New Roman" panose="02020603050405020304" pitchFamily="18" charset="0"/>
                <a:cs typeface="Times New Roman" panose="02020603050405020304" pitchFamily="18" charset="0"/>
              </a:rPr>
              <a:t>CONCLUSION</a:t>
            </a:r>
          </a:p>
          <a:p>
            <a:pPr marL="0" indent="0">
              <a:buNone/>
            </a:pPr>
            <a:r>
              <a:rPr lang="en-US" sz="2000" dirty="0">
                <a:latin typeface="Times New Roman" panose="02020603050405020304" pitchFamily="18" charset="0"/>
                <a:cs typeface="Times New Roman" panose="02020603050405020304" pitchFamily="18" charset="0"/>
              </a:rPr>
              <a:t>The project successfully develops a system to analyze urban heat at a local level. It uses satellite data and machine learning to predict temperature accurately. The system identifies heat hotspot areas and displays them using heatmaps. It also provides alerts when temperature levels are high. The inclusion of time-based analysis improves the accuracy of prediction. Overall, the system is useful for monitoring heat conditions and supports urban planning and public safety.</a:t>
            </a:r>
          </a:p>
          <a:p>
            <a:pPr marL="0" indent="0">
              <a:buNone/>
            </a:pPr>
            <a:endParaRPr lang="en-US" sz="2000" b="1"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FUTURE SCOPE</a:t>
            </a:r>
          </a:p>
          <a:p>
            <a:pPr lvl="1"/>
            <a:r>
              <a:rPr lang="en-US" sz="1800" dirty="0">
                <a:latin typeface="Times New Roman" panose="02020603050405020304" pitchFamily="18" charset="0"/>
                <a:cs typeface="Times New Roman" panose="02020603050405020304" pitchFamily="18" charset="0"/>
              </a:rPr>
              <a:t>Add real-time data integration for better accuracy </a:t>
            </a:r>
          </a:p>
          <a:p>
            <a:pPr lvl="1"/>
            <a:r>
              <a:rPr lang="en-US" sz="1800" dirty="0">
                <a:latin typeface="Times New Roman" panose="02020603050405020304" pitchFamily="18" charset="0"/>
                <a:cs typeface="Times New Roman" panose="02020603050405020304" pitchFamily="18" charset="0"/>
              </a:rPr>
              <a:t>Use advanced machine learning or deep learning models </a:t>
            </a:r>
          </a:p>
          <a:p>
            <a:pPr lvl="1"/>
            <a:r>
              <a:rPr lang="en-US" sz="1800" dirty="0">
                <a:latin typeface="Times New Roman" panose="02020603050405020304" pitchFamily="18" charset="0"/>
                <a:cs typeface="Times New Roman" panose="02020603050405020304" pitchFamily="18" charset="0"/>
              </a:rPr>
              <a:t>Develop a mobile application for easy access </a:t>
            </a:r>
          </a:p>
          <a:p>
            <a:pPr lvl="1"/>
            <a:r>
              <a:rPr lang="en-US" sz="1800" dirty="0">
                <a:latin typeface="Times New Roman" panose="02020603050405020304" pitchFamily="18" charset="0"/>
                <a:cs typeface="Times New Roman" panose="02020603050405020304" pitchFamily="18" charset="0"/>
              </a:rPr>
              <a:t>Integrate IoT sensors for live temperature monitoring </a:t>
            </a:r>
          </a:p>
          <a:p>
            <a:pPr lvl="1"/>
            <a:r>
              <a:rPr lang="en-US" sz="1800" dirty="0">
                <a:latin typeface="Times New Roman" panose="02020603050405020304" pitchFamily="18" charset="0"/>
                <a:cs typeface="Times New Roman" panose="02020603050405020304" pitchFamily="18" charset="0"/>
              </a:rPr>
              <a:t>Expand system to cover larger regions or multiple cities </a:t>
            </a:r>
          </a:p>
          <a:p>
            <a:pPr lvl="1"/>
            <a:r>
              <a:rPr lang="en-US" sz="1800" dirty="0">
                <a:latin typeface="Times New Roman" panose="02020603050405020304" pitchFamily="18" charset="0"/>
                <a:cs typeface="Times New Roman" panose="02020603050405020304" pitchFamily="18" charset="0"/>
              </a:rPr>
              <a:t>Add features like air quality and pollution analysis</a:t>
            </a:r>
          </a:p>
          <a:p>
            <a:pPr lvl="1"/>
            <a:endParaRPr lang="en-US" sz="1800" dirty="0"/>
          </a:p>
          <a:p>
            <a:pPr marL="457200" lvl="1" indent="0">
              <a:buNone/>
            </a:pPr>
            <a:endParaRPr lang="en-US" sz="1600" dirty="0"/>
          </a:p>
          <a:p>
            <a:pPr marL="0" indent="0">
              <a:buNone/>
            </a:pPr>
            <a:endParaRPr lang="en-US" sz="2000" dirty="0">
              <a:latin typeface="Times New Roman" panose="02020603050405020304" pitchFamily="18" charset="0"/>
              <a:cs typeface="Times New Roman" panose="02020603050405020304" pitchFamily="18" charset="0"/>
            </a:endParaRPr>
          </a:p>
        </p:txBody>
      </p:sp>
      <p:sp>
        <p:nvSpPr>
          <p:cNvPr id="4" name="Google Shape;179;p2">
            <a:extLst>
              <a:ext uri="{FF2B5EF4-FFF2-40B4-BE49-F238E27FC236}">
                <a16:creationId xmlns:a16="http://schemas.microsoft.com/office/drawing/2014/main" id="{920A60C9-97A4-9A82-58CB-87CC70BFE8F8}"/>
              </a:ext>
            </a:extLst>
          </p:cNvPr>
          <p:cNvSpPr/>
          <p:nvPr/>
        </p:nvSpPr>
        <p:spPr>
          <a:xfrm>
            <a:off x="-1797935" y="626840"/>
            <a:ext cx="15787869" cy="719091"/>
          </a:xfrm>
          <a:prstGeom prst="mathMinus">
            <a:avLst>
              <a:gd name="adj1" fmla="val 23520"/>
            </a:avLst>
          </a:prstGeom>
          <a:solidFill>
            <a:srgbClr val="4B4B4B"/>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Arial"/>
              <a:ea typeface="Arial"/>
              <a:cs typeface="Arial"/>
              <a:sym typeface="Arial"/>
            </a:endParaRPr>
          </a:p>
        </p:txBody>
      </p:sp>
      <p:pic>
        <p:nvPicPr>
          <p:cNvPr id="5" name="Picture 4">
            <a:extLst>
              <a:ext uri="{FF2B5EF4-FFF2-40B4-BE49-F238E27FC236}">
                <a16:creationId xmlns:a16="http://schemas.microsoft.com/office/drawing/2014/main" id="{8E31F2DF-9EE5-ABCE-0001-5D278181F419}"/>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1162525" y="190989"/>
            <a:ext cx="725914" cy="675249"/>
          </a:xfrm>
          <a:prstGeom prst="rect">
            <a:avLst/>
          </a:prstGeom>
          <a:noFill/>
          <a:ln>
            <a:noFill/>
          </a:ln>
        </p:spPr>
      </p:pic>
    </p:spTree>
    <p:extLst>
      <p:ext uri="{BB962C8B-B14F-4D97-AF65-F5344CB8AC3E}">
        <p14:creationId xmlns:p14="http://schemas.microsoft.com/office/powerpoint/2010/main" val="33746115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3A3D6-BA63-12F3-F4A8-2EEC7F79A729}"/>
              </a:ext>
            </a:extLst>
          </p:cNvPr>
          <p:cNvSpPr>
            <a:spLocks noGrp="1"/>
          </p:cNvSpPr>
          <p:nvPr>
            <p:ph type="title"/>
          </p:nvPr>
        </p:nvSpPr>
        <p:spPr/>
        <p:txBody>
          <a:bodyPr>
            <a:normAutofit fontScale="90000"/>
          </a:bodyPr>
          <a:lstStyle/>
          <a:p>
            <a:r>
              <a:rPr lang="en-US" b="1" dirty="0">
                <a:latin typeface="Times New Roman"/>
                <a:ea typeface="Times New Roman"/>
                <a:cs typeface="Times New Roman"/>
                <a:sym typeface="Times New Roman"/>
              </a:rPr>
              <a:t>References</a:t>
            </a:r>
            <a:br>
              <a:rPr lang="en-US" b="1" dirty="0">
                <a:latin typeface="Times New Roman"/>
                <a:ea typeface="Times New Roman"/>
                <a:cs typeface="Times New Roman"/>
                <a:sym typeface="Times New Roman"/>
              </a:rPr>
            </a:br>
            <a:br>
              <a:rPr lang="en-US" b="1" dirty="0">
                <a:latin typeface="Times New Roman"/>
                <a:ea typeface="Times New Roman"/>
                <a:cs typeface="Times New Roman"/>
                <a:sym typeface="Times New Roman"/>
              </a:rPr>
            </a:br>
            <a:endParaRPr lang="en-IN" dirty="0"/>
          </a:p>
        </p:txBody>
      </p:sp>
      <p:sp>
        <p:nvSpPr>
          <p:cNvPr id="3" name="Content Placeholder 2">
            <a:extLst>
              <a:ext uri="{FF2B5EF4-FFF2-40B4-BE49-F238E27FC236}">
                <a16:creationId xmlns:a16="http://schemas.microsoft.com/office/drawing/2014/main" id="{41C8E1E6-DC6A-98EA-AC77-AC44ECCC9501}"/>
              </a:ext>
            </a:extLst>
          </p:cNvPr>
          <p:cNvSpPr>
            <a:spLocks noGrp="1"/>
          </p:cNvSpPr>
          <p:nvPr>
            <p:ph idx="1"/>
          </p:nvPr>
        </p:nvSpPr>
        <p:spPr>
          <a:xfrm>
            <a:off x="406400" y="1351942"/>
            <a:ext cx="10947400" cy="4825021"/>
          </a:xfrm>
        </p:spPr>
        <p:txBody>
          <a:bodyPr>
            <a:normAutofit fontScale="85000" lnSpcReduction="20000"/>
          </a:bodyPr>
          <a:lstStyle/>
          <a:p>
            <a:r>
              <a:rPr lang="en-IN" sz="2400" dirty="0">
                <a:latin typeface="Times New Roman" panose="02020603050405020304" pitchFamily="18" charset="0"/>
                <a:cs typeface="Times New Roman" panose="02020603050405020304" pitchFamily="18" charset="0"/>
              </a:rPr>
              <a:t>[1] F. Larroya et al., “Hyperlocal Urban Heat Mapping using High-Resolution Satellite Data,” Remote Sensing Applications, 2025.</a:t>
            </a:r>
          </a:p>
          <a:p>
            <a:r>
              <a:rPr lang="en-IN" sz="2400" dirty="0">
                <a:latin typeface="Times New Roman" panose="02020603050405020304" pitchFamily="18" charset="0"/>
                <a:cs typeface="Times New Roman" panose="02020603050405020304" pitchFamily="18" charset="0"/>
              </a:rPr>
              <a:t>[2] IEEE Access, “Machine Learning Techniques for Urban Heat Island Analysis,” IEEE Access Journal, 2023.</a:t>
            </a:r>
          </a:p>
          <a:p>
            <a:r>
              <a:rPr lang="en-IN" sz="2400" dirty="0">
                <a:latin typeface="Times New Roman" panose="02020603050405020304" pitchFamily="18" charset="0"/>
                <a:cs typeface="Times New Roman" panose="02020603050405020304" pitchFamily="18" charset="0"/>
              </a:rPr>
              <a:t>[3] World Health Organization (WHO), “Heatwaves and Health: Guidance on Warning Systems and Action Plans,” WHO Report, 2023.</a:t>
            </a:r>
          </a:p>
          <a:p>
            <a:r>
              <a:rPr lang="en-IN" sz="2400" dirty="0">
                <a:latin typeface="Times New Roman" panose="02020603050405020304" pitchFamily="18" charset="0"/>
                <a:cs typeface="Times New Roman" panose="02020603050405020304" pitchFamily="18" charset="0"/>
              </a:rPr>
              <a:t>[4] P. Siddiqui et al., “Urban Heat Vulnerability Mapping using GIS and Remote Sensing,” Environmental Monitoring and Assessment, 2022.</a:t>
            </a:r>
          </a:p>
          <a:p>
            <a:r>
              <a:rPr lang="en-IN" sz="2400" dirty="0">
                <a:latin typeface="Times New Roman" panose="02020603050405020304" pitchFamily="18" charset="0"/>
                <a:cs typeface="Times New Roman" panose="02020603050405020304" pitchFamily="18" charset="0"/>
              </a:rPr>
              <a:t>[5] S. C. Sheridan and L. S. Kalkstein, “Development of Heat Vulnerability Index for Urban Areas,” Climate Research Journal, 2022.</a:t>
            </a:r>
          </a:p>
          <a:p>
            <a:r>
              <a:rPr lang="en-IN" sz="2400" dirty="0">
                <a:latin typeface="Times New Roman" panose="02020603050405020304" pitchFamily="18" charset="0"/>
                <a:cs typeface="Times New Roman" panose="02020603050405020304" pitchFamily="18" charset="0"/>
              </a:rPr>
              <a:t>[6] NASA, “Land Surface Temperature Data from Landsat Missions,” NASA Earth Observatory, 2023.</a:t>
            </a:r>
          </a:p>
          <a:p>
            <a:r>
              <a:rPr lang="en-IN" sz="2400" dirty="0">
                <a:latin typeface="Times New Roman" panose="02020603050405020304" pitchFamily="18" charset="0"/>
                <a:cs typeface="Times New Roman" panose="02020603050405020304" pitchFamily="18" charset="0"/>
              </a:rPr>
              <a:t>[7] Google Earth Engine Team, “Google Earth Engine: Planetary-Scale Geospatial Analysis Platform,” 2024.</a:t>
            </a:r>
          </a:p>
          <a:p>
            <a:r>
              <a:rPr lang="en-IN" sz="2400" dirty="0">
                <a:latin typeface="Times New Roman" panose="02020603050405020304" pitchFamily="18" charset="0"/>
                <a:cs typeface="Times New Roman" panose="02020603050405020304" pitchFamily="18" charset="0"/>
              </a:rPr>
              <a:t>[8] J. </a:t>
            </a:r>
            <a:r>
              <a:rPr lang="en-IN" sz="2400" dirty="0" err="1">
                <a:latin typeface="Times New Roman" panose="02020603050405020304" pitchFamily="18" charset="0"/>
                <a:cs typeface="Times New Roman" panose="02020603050405020304" pitchFamily="18" charset="0"/>
              </a:rPr>
              <a:t>Breiman</a:t>
            </a:r>
            <a:r>
              <a:rPr lang="en-IN" sz="2400" dirty="0">
                <a:latin typeface="Times New Roman" panose="02020603050405020304" pitchFamily="18" charset="0"/>
                <a:cs typeface="Times New Roman" panose="02020603050405020304" pitchFamily="18" charset="0"/>
              </a:rPr>
              <a:t>, “Random Forests,” Machine Learning Journal, vol. 45, no. 1, pp. 5–32, 2001.</a:t>
            </a:r>
          </a:p>
          <a:p>
            <a:r>
              <a:rPr lang="en-IN" sz="2400" dirty="0">
                <a:latin typeface="Times New Roman" panose="02020603050405020304" pitchFamily="18" charset="0"/>
                <a:cs typeface="Times New Roman" panose="02020603050405020304" pitchFamily="18" charset="0"/>
              </a:rPr>
              <a:t>[9] US Environmental Protection Agency (EPA), “Urban Heat Island Basics,” EPA Report, 2023.</a:t>
            </a:r>
          </a:p>
          <a:p>
            <a:r>
              <a:rPr lang="en-IN" sz="2400" dirty="0">
                <a:latin typeface="Times New Roman" panose="02020603050405020304" pitchFamily="18" charset="0"/>
                <a:cs typeface="Times New Roman" panose="02020603050405020304" pitchFamily="18" charset="0"/>
              </a:rPr>
              <a:t>[10] United Nations, “Climate Change and Urban Heat Impacts,” UN Environment Programme, 2024.</a:t>
            </a:r>
          </a:p>
        </p:txBody>
      </p:sp>
      <p:sp>
        <p:nvSpPr>
          <p:cNvPr id="4" name="Google Shape;362;p16">
            <a:extLst>
              <a:ext uri="{FF2B5EF4-FFF2-40B4-BE49-F238E27FC236}">
                <a16:creationId xmlns:a16="http://schemas.microsoft.com/office/drawing/2014/main" id="{2ED7150D-254B-AA4F-9266-F4A3FE68D451}"/>
              </a:ext>
            </a:extLst>
          </p:cNvPr>
          <p:cNvSpPr/>
          <p:nvPr/>
        </p:nvSpPr>
        <p:spPr>
          <a:xfrm>
            <a:off x="-1706880" y="703870"/>
            <a:ext cx="15605760" cy="648072"/>
          </a:xfrm>
          <a:prstGeom prst="mathMinus">
            <a:avLst>
              <a:gd name="adj1" fmla="val 23520"/>
            </a:avLst>
          </a:prstGeom>
          <a:solidFill>
            <a:srgbClr val="4B4B4B"/>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5" name="Picture 4">
            <a:extLst>
              <a:ext uri="{FF2B5EF4-FFF2-40B4-BE49-F238E27FC236}">
                <a16:creationId xmlns:a16="http://schemas.microsoft.com/office/drawing/2014/main" id="{358EB760-19EE-4786-3B9B-70DC39CF5E7A}"/>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0990843" y="150518"/>
            <a:ext cx="725914" cy="675249"/>
          </a:xfrm>
          <a:prstGeom prst="rect">
            <a:avLst/>
          </a:prstGeom>
          <a:noFill/>
          <a:ln>
            <a:noFill/>
          </a:ln>
        </p:spPr>
      </p:pic>
    </p:spTree>
    <p:extLst>
      <p:ext uri="{BB962C8B-B14F-4D97-AF65-F5344CB8AC3E}">
        <p14:creationId xmlns:p14="http://schemas.microsoft.com/office/powerpoint/2010/main" val="16100676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C9B8A-AAF5-CE90-0EB2-10D8FAA26EB4}"/>
              </a:ext>
            </a:extLst>
          </p:cNvPr>
          <p:cNvSpPr>
            <a:spLocks noGrp="1"/>
          </p:cNvSpPr>
          <p:nvPr>
            <p:ph type="title"/>
          </p:nvPr>
        </p:nvSpPr>
        <p:spPr>
          <a:xfrm>
            <a:off x="2926080" y="800100"/>
            <a:ext cx="10515600" cy="5257799"/>
          </a:xfrm>
        </p:spPr>
        <p:txBody>
          <a:bodyPr>
            <a:normAutofit/>
          </a:bodyPr>
          <a:lstStyle/>
          <a:p>
            <a:pPr marL="342900" lvl="0" indent="-342900">
              <a:lnSpc>
                <a:spcPct val="80000"/>
              </a:lnSpc>
              <a:spcBef>
                <a:spcPts val="0"/>
              </a:spcBef>
            </a:pPr>
            <a:br>
              <a:rPr lang="en-IN" sz="2400" b="1" dirty="0">
                <a:latin typeface="Times New Roman"/>
                <a:ea typeface="Times New Roman"/>
                <a:cs typeface="Times New Roman"/>
                <a:sym typeface="Times New Roman"/>
              </a:rPr>
            </a:br>
            <a:r>
              <a:rPr lang="en-IN" sz="8000" b="1" dirty="0">
                <a:latin typeface="Times New Roman"/>
                <a:ea typeface="Times New Roman"/>
                <a:cs typeface="Times New Roman"/>
                <a:sym typeface="Times New Roman"/>
              </a:rPr>
              <a:t>Thank You</a:t>
            </a:r>
            <a:br>
              <a:rPr lang="en-IN" sz="8000" b="1" dirty="0">
                <a:latin typeface="Times New Roman"/>
                <a:ea typeface="Times New Roman"/>
                <a:cs typeface="Times New Roman"/>
                <a:sym typeface="Times New Roman"/>
              </a:rPr>
            </a:br>
            <a:br>
              <a:rPr lang="en-IN" b="1" dirty="0"/>
            </a:br>
            <a:br>
              <a:rPr lang="en-IN" sz="1200" dirty="0"/>
            </a:br>
            <a:endParaRPr lang="en-IN" dirty="0"/>
          </a:p>
        </p:txBody>
      </p:sp>
      <p:sp>
        <p:nvSpPr>
          <p:cNvPr id="4" name="Google Shape;372;p17">
            <a:extLst>
              <a:ext uri="{FF2B5EF4-FFF2-40B4-BE49-F238E27FC236}">
                <a16:creationId xmlns:a16="http://schemas.microsoft.com/office/drawing/2014/main" id="{C1154AFF-4B9C-8DF7-123B-205B26E53490}"/>
              </a:ext>
            </a:extLst>
          </p:cNvPr>
          <p:cNvSpPr/>
          <p:nvPr/>
        </p:nvSpPr>
        <p:spPr>
          <a:xfrm>
            <a:off x="-1645920" y="3104963"/>
            <a:ext cx="15560039" cy="648000"/>
          </a:xfrm>
          <a:prstGeom prst="mathMinus">
            <a:avLst>
              <a:gd name="adj1" fmla="val 23520"/>
            </a:avLst>
          </a:prstGeom>
          <a:solidFill>
            <a:srgbClr val="4B4B4B"/>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extLst>
      <p:ext uri="{BB962C8B-B14F-4D97-AF65-F5344CB8AC3E}">
        <p14:creationId xmlns:p14="http://schemas.microsoft.com/office/powerpoint/2010/main" val="26484529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842</TotalTime>
  <Words>1421</Words>
  <Application>Microsoft Office PowerPoint</Application>
  <PresentationFormat>Widescreen</PresentationFormat>
  <Paragraphs>220</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Adobe Devanagari</vt:lpstr>
      <vt:lpstr>Arial</vt:lpstr>
      <vt:lpstr>Calibri</vt:lpstr>
      <vt:lpstr>Calibri Light</vt:lpstr>
      <vt:lpstr>Times New Roman</vt:lpstr>
      <vt:lpstr>Office Theme</vt:lpstr>
      <vt:lpstr>                        Hyperlocal Urban Heat &amp;Vulnerability Mapping                               and Alert  </vt:lpstr>
      <vt:lpstr>Introduction </vt:lpstr>
      <vt:lpstr>Objective  </vt:lpstr>
      <vt:lpstr>Abstract  </vt:lpstr>
      <vt:lpstr>Literature Review</vt:lpstr>
      <vt:lpstr>Existing Model </vt:lpstr>
      <vt:lpstr>Problem Identification  </vt:lpstr>
      <vt:lpstr>Proposed Model</vt:lpstr>
      <vt:lpstr>Methodology </vt:lpstr>
      <vt:lpstr>Methodology</vt:lpstr>
      <vt:lpstr>Methodology</vt:lpstr>
      <vt:lpstr>Tools &amp; Technologies Used</vt:lpstr>
      <vt:lpstr>System Architecture </vt:lpstr>
      <vt:lpstr>Usecase Diagram</vt:lpstr>
      <vt:lpstr>Sequence diagram</vt:lpstr>
      <vt:lpstr>Code</vt:lpstr>
      <vt:lpstr>Output</vt:lpstr>
      <vt:lpstr>The Project is Intended to</vt:lpstr>
      <vt:lpstr>Experimental Results and Discussion</vt:lpstr>
      <vt:lpstr>PowerPoint Presentation</vt:lpstr>
      <vt:lpstr>Conclusion &amp; Future Scope</vt:lpstr>
      <vt:lpstr>References  </vt:lpstr>
      <vt:lpstr> 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Hyperlocal Urban Heat Vulnerability Mapping and Alert System</dc:title>
  <dc:creator>DELL</dc:creator>
  <cp:lastModifiedBy>indumathi Y</cp:lastModifiedBy>
  <cp:revision>14</cp:revision>
  <dcterms:created xsi:type="dcterms:W3CDTF">2026-01-11T08:03:42Z</dcterms:created>
  <dcterms:modified xsi:type="dcterms:W3CDTF">2026-05-06T04:13:13Z</dcterms:modified>
</cp:coreProperties>
</file>